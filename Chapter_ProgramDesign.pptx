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microsoft.com/office/2006/relationships/ui/userCustomization" Target="NULL"/><Relationship Id="rId1" Type="http://schemas.openxmlformats.org/officeDocument/2006/relationships/officeDocument" Target="ppt/presentation.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5"/>
  </p:sldMasterIdLst>
  <p:notesMasterIdLst>
    <p:notesMasterId r:id="rId18"/>
  </p:notesMasterIdLst>
  <p:handoutMasterIdLst>
    <p:handoutMasterId r:id="rId19"/>
  </p:handoutMasterIdLst>
  <p:sldIdLst>
    <p:sldId id="438" r:id="rId6"/>
    <p:sldId id="447" r:id="rId7"/>
    <p:sldId id="460" r:id="rId8"/>
    <p:sldId id="448" r:id="rId9"/>
    <p:sldId id="458" r:id="rId10"/>
    <p:sldId id="459" r:id="rId11"/>
    <p:sldId id="449" r:id="rId12"/>
    <p:sldId id="451" r:id="rId13"/>
    <p:sldId id="457" r:id="rId14"/>
    <p:sldId id="455" r:id="rId15"/>
    <p:sldId id="456" r:id="rId16"/>
    <p:sldId id="446" r:id="rId17"/>
  </p:sldIdLst>
  <p:sldSz cx="12195175" cy="6859588"/>
  <p:notesSz cx="6705600" cy="9842500"/>
  <p:defaultTextStyle>
    <a:defPPr>
      <a:defRPr lang="de-DE"/>
    </a:defPPr>
    <a:lvl1pPr marL="0" algn="l" defTabSz="958200" rtl="0" eaLnBrk="1" latinLnBrk="0" hangingPunct="1">
      <a:defRPr sz="1900" kern="1200">
        <a:solidFill>
          <a:schemeClr val="tx1"/>
        </a:solidFill>
        <a:latin typeface="+mn-lt"/>
        <a:ea typeface="+mn-ea"/>
        <a:cs typeface="+mn-cs"/>
      </a:defRPr>
    </a:lvl1pPr>
    <a:lvl2pPr marL="479100" algn="l" defTabSz="958200" rtl="0" eaLnBrk="1" latinLnBrk="0" hangingPunct="1">
      <a:defRPr sz="1900" kern="1200">
        <a:solidFill>
          <a:schemeClr val="tx1"/>
        </a:solidFill>
        <a:latin typeface="+mn-lt"/>
        <a:ea typeface="+mn-ea"/>
        <a:cs typeface="+mn-cs"/>
      </a:defRPr>
    </a:lvl2pPr>
    <a:lvl3pPr marL="958200" algn="l" defTabSz="958200" rtl="0" eaLnBrk="1" latinLnBrk="0" hangingPunct="1">
      <a:defRPr sz="1900" kern="1200">
        <a:solidFill>
          <a:schemeClr val="tx1"/>
        </a:solidFill>
        <a:latin typeface="+mn-lt"/>
        <a:ea typeface="+mn-ea"/>
        <a:cs typeface="+mn-cs"/>
      </a:defRPr>
    </a:lvl3pPr>
    <a:lvl4pPr marL="1437300" algn="l" defTabSz="958200" rtl="0" eaLnBrk="1" latinLnBrk="0" hangingPunct="1">
      <a:defRPr sz="1900" kern="1200">
        <a:solidFill>
          <a:schemeClr val="tx1"/>
        </a:solidFill>
        <a:latin typeface="+mn-lt"/>
        <a:ea typeface="+mn-ea"/>
        <a:cs typeface="+mn-cs"/>
      </a:defRPr>
    </a:lvl4pPr>
    <a:lvl5pPr marL="1916400" algn="l" defTabSz="958200" rtl="0" eaLnBrk="1" latinLnBrk="0" hangingPunct="1">
      <a:defRPr sz="1900" kern="1200">
        <a:solidFill>
          <a:schemeClr val="tx1"/>
        </a:solidFill>
        <a:latin typeface="+mn-lt"/>
        <a:ea typeface="+mn-ea"/>
        <a:cs typeface="+mn-cs"/>
      </a:defRPr>
    </a:lvl5pPr>
    <a:lvl6pPr marL="2395499" algn="l" defTabSz="958200" rtl="0" eaLnBrk="1" latinLnBrk="0" hangingPunct="1">
      <a:defRPr sz="1900" kern="1200">
        <a:solidFill>
          <a:schemeClr val="tx1"/>
        </a:solidFill>
        <a:latin typeface="+mn-lt"/>
        <a:ea typeface="+mn-ea"/>
        <a:cs typeface="+mn-cs"/>
      </a:defRPr>
    </a:lvl6pPr>
    <a:lvl7pPr marL="2874599" algn="l" defTabSz="958200" rtl="0" eaLnBrk="1" latinLnBrk="0" hangingPunct="1">
      <a:defRPr sz="1900" kern="1200">
        <a:solidFill>
          <a:schemeClr val="tx1"/>
        </a:solidFill>
        <a:latin typeface="+mn-lt"/>
        <a:ea typeface="+mn-ea"/>
        <a:cs typeface="+mn-cs"/>
      </a:defRPr>
    </a:lvl7pPr>
    <a:lvl8pPr marL="3353699" algn="l" defTabSz="958200" rtl="0" eaLnBrk="1" latinLnBrk="0" hangingPunct="1">
      <a:defRPr sz="1900" kern="1200">
        <a:solidFill>
          <a:schemeClr val="tx1"/>
        </a:solidFill>
        <a:latin typeface="+mn-lt"/>
        <a:ea typeface="+mn-ea"/>
        <a:cs typeface="+mn-cs"/>
      </a:defRPr>
    </a:lvl8pPr>
    <a:lvl9pPr marL="3832799" algn="l" defTabSz="958200"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4" userDrawn="1">
          <p15:clr>
            <a:srgbClr val="A4A3A4"/>
          </p15:clr>
        </p15:guide>
        <p15:guide id="2" orient="horz" pos="800" userDrawn="1">
          <p15:clr>
            <a:srgbClr val="A4A3A4"/>
          </p15:clr>
        </p15:guide>
        <p15:guide id="3" orient="horz" pos="3930" userDrawn="1">
          <p15:clr>
            <a:srgbClr val="A4A3A4"/>
          </p15:clr>
        </p15:guide>
        <p15:guide id="4" orient="horz" pos="1571" userDrawn="1">
          <p15:clr>
            <a:srgbClr val="A4A3A4"/>
          </p15:clr>
        </p15:guide>
        <p15:guide id="5" pos="491" userDrawn="1">
          <p15:clr>
            <a:srgbClr val="A4A3A4"/>
          </p15:clr>
        </p15:guide>
        <p15:guide id="6" pos="720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5C0"/>
    <a:srgbClr val="C8DAEA"/>
    <a:srgbClr val="8B00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ED345F-D9A4-4C6A-8AB9-65EA6A30E27F}" v="15" dt="2026-02-15T13:08:43.416"/>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Helle Formatvorlage 1 - Akz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4" d="100"/>
          <a:sy n="94" d="100"/>
        </p:scale>
        <p:origin x="396" y="180"/>
      </p:cViewPr>
      <p:guideLst>
        <p:guide orient="horz" pos="1344"/>
        <p:guide orient="horz" pos="800"/>
        <p:guide orient="horz" pos="3930"/>
        <p:guide orient="horz" pos="1571"/>
        <p:guide pos="491"/>
        <p:guide pos="7207"/>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6/11/relationships/changesInfo" Target="changesInfos/changesInfo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 Stimac" userId="3ef3bdbd5a7435eb" providerId="LiveId" clId="{8C379340-62B4-4EC1-A8CD-AF19BF9F1ADB}"/>
    <pc:docChg chg="undo custSel addSld delSld modSld sldOrd">
      <pc:chgData name="Daniel Stimac" userId="3ef3bdbd5a7435eb" providerId="LiveId" clId="{8C379340-62B4-4EC1-A8CD-AF19BF9F1ADB}" dt="2026-02-15T13:10:42.484" v="1407" actId="20577"/>
      <pc:docMkLst>
        <pc:docMk/>
      </pc:docMkLst>
      <pc:sldChg chg="del">
        <pc:chgData name="Daniel Stimac" userId="3ef3bdbd5a7435eb" providerId="LiveId" clId="{8C379340-62B4-4EC1-A8CD-AF19BF9F1ADB}" dt="2026-02-15T10:50:55.950" v="37" actId="2696"/>
        <pc:sldMkLst>
          <pc:docMk/>
          <pc:sldMk cId="929573106" sldId="397"/>
        </pc:sldMkLst>
      </pc:sldChg>
      <pc:sldChg chg="modSp mod">
        <pc:chgData name="Daniel Stimac" userId="3ef3bdbd5a7435eb" providerId="LiveId" clId="{8C379340-62B4-4EC1-A8CD-AF19BF9F1ADB}" dt="2026-02-15T10:50:08.882" v="36" actId="20577"/>
        <pc:sldMkLst>
          <pc:docMk/>
          <pc:sldMk cId="2626835171" sldId="438"/>
        </pc:sldMkLst>
        <pc:spChg chg="mod">
          <ac:chgData name="Daniel Stimac" userId="3ef3bdbd5a7435eb" providerId="LiveId" clId="{8C379340-62B4-4EC1-A8CD-AF19BF9F1ADB}" dt="2026-02-15T10:50:08.882" v="36" actId="20577"/>
          <ac:spMkLst>
            <pc:docMk/>
            <pc:sldMk cId="2626835171" sldId="438"/>
            <ac:spMk id="2" creationId="{00000000-0000-0000-0000-000000000000}"/>
          </ac:spMkLst>
        </pc:spChg>
        <pc:spChg chg="mod">
          <ac:chgData name="Daniel Stimac" userId="3ef3bdbd5a7435eb" providerId="LiveId" clId="{8C379340-62B4-4EC1-A8CD-AF19BF9F1ADB}" dt="2026-02-15T10:50:00.145" v="0" actId="6549"/>
          <ac:spMkLst>
            <pc:docMk/>
            <pc:sldMk cId="2626835171" sldId="438"/>
            <ac:spMk id="3" creationId="{00000000-0000-0000-0000-000000000000}"/>
          </ac:spMkLst>
        </pc:spChg>
      </pc:sldChg>
      <pc:sldChg chg="delSp modSp mod">
        <pc:chgData name="Daniel Stimac" userId="3ef3bdbd5a7435eb" providerId="LiveId" clId="{8C379340-62B4-4EC1-A8CD-AF19BF9F1ADB}" dt="2026-02-15T12:31:31.499" v="1099" actId="478"/>
        <pc:sldMkLst>
          <pc:docMk/>
          <pc:sldMk cId="2816709678" sldId="446"/>
        </pc:sldMkLst>
        <pc:spChg chg="mod">
          <ac:chgData name="Daniel Stimac" userId="3ef3bdbd5a7435eb" providerId="LiveId" clId="{8C379340-62B4-4EC1-A8CD-AF19BF9F1ADB}" dt="2026-02-15T12:29:07.678" v="933" actId="20577"/>
          <ac:spMkLst>
            <pc:docMk/>
            <pc:sldMk cId="2816709678" sldId="446"/>
            <ac:spMk id="2" creationId="{41D9FB8E-5982-B254-ECAC-069F967BE5F9}"/>
          </ac:spMkLst>
        </pc:spChg>
        <pc:spChg chg="mod">
          <ac:chgData name="Daniel Stimac" userId="3ef3bdbd5a7435eb" providerId="LiveId" clId="{8C379340-62B4-4EC1-A8CD-AF19BF9F1ADB}" dt="2026-02-15T12:31:22.053" v="1098" actId="6549"/>
          <ac:spMkLst>
            <pc:docMk/>
            <pc:sldMk cId="2816709678" sldId="446"/>
            <ac:spMk id="6" creationId="{7DF040A1-8E7D-5DE6-1A36-0917685D4193}"/>
          </ac:spMkLst>
        </pc:spChg>
        <pc:spChg chg="del">
          <ac:chgData name="Daniel Stimac" userId="3ef3bdbd5a7435eb" providerId="LiveId" clId="{8C379340-62B4-4EC1-A8CD-AF19BF9F1ADB}" dt="2026-02-15T12:31:31.499" v="1099" actId="478"/>
          <ac:spMkLst>
            <pc:docMk/>
            <pc:sldMk cId="2816709678" sldId="446"/>
            <ac:spMk id="7" creationId="{9638775A-E72D-8E8D-F44D-DDF65E3D7735}"/>
          </ac:spMkLst>
        </pc:spChg>
      </pc:sldChg>
      <pc:sldChg chg="delSp modSp mod ord">
        <pc:chgData name="Daniel Stimac" userId="3ef3bdbd5a7435eb" providerId="LiveId" clId="{8C379340-62B4-4EC1-A8CD-AF19BF9F1ADB}" dt="2026-02-15T13:09:53.317" v="1391" actId="20577"/>
        <pc:sldMkLst>
          <pc:docMk/>
          <pc:sldMk cId="3373075188" sldId="447"/>
        </pc:sldMkLst>
        <pc:spChg chg="mod">
          <ac:chgData name="Daniel Stimac" userId="3ef3bdbd5a7435eb" providerId="LiveId" clId="{8C379340-62B4-4EC1-A8CD-AF19BF9F1ADB}" dt="2026-02-15T13:09:53.317" v="1391" actId="20577"/>
          <ac:spMkLst>
            <pc:docMk/>
            <pc:sldMk cId="3373075188" sldId="447"/>
            <ac:spMk id="2" creationId="{41D9FB8E-5982-B254-ECAC-069F967BE5F9}"/>
          </ac:spMkLst>
        </pc:spChg>
        <pc:spChg chg="mod">
          <ac:chgData name="Daniel Stimac" userId="3ef3bdbd5a7435eb" providerId="LiveId" clId="{8C379340-62B4-4EC1-A8CD-AF19BF9F1ADB}" dt="2026-02-15T13:08:44.863" v="1386" actId="6549"/>
          <ac:spMkLst>
            <pc:docMk/>
            <pc:sldMk cId="3373075188" sldId="447"/>
            <ac:spMk id="6" creationId="{7DF040A1-8E7D-5DE6-1A36-0917685D4193}"/>
          </ac:spMkLst>
        </pc:spChg>
        <pc:spChg chg="del">
          <ac:chgData name="Daniel Stimac" userId="3ef3bdbd5a7435eb" providerId="LiveId" clId="{8C379340-62B4-4EC1-A8CD-AF19BF9F1ADB}" dt="2026-02-15T12:42:41.180" v="1212" actId="478"/>
          <ac:spMkLst>
            <pc:docMk/>
            <pc:sldMk cId="3373075188" sldId="447"/>
            <ac:spMk id="7" creationId="{9638775A-E72D-8E8D-F44D-DDF65E3D7735}"/>
          </ac:spMkLst>
        </pc:spChg>
      </pc:sldChg>
      <pc:sldChg chg="modSp mod ord">
        <pc:chgData name="Daniel Stimac" userId="3ef3bdbd5a7435eb" providerId="LiveId" clId="{8C379340-62B4-4EC1-A8CD-AF19BF9F1ADB}" dt="2026-02-15T12:52:31.786" v="1267" actId="2165"/>
        <pc:sldMkLst>
          <pc:docMk/>
          <pc:sldMk cId="2846316712" sldId="448"/>
        </pc:sldMkLst>
        <pc:graphicFrameChg chg="modGraphic">
          <ac:chgData name="Daniel Stimac" userId="3ef3bdbd5a7435eb" providerId="LiveId" clId="{8C379340-62B4-4EC1-A8CD-AF19BF9F1ADB}" dt="2026-02-15T12:52:31.786" v="1267" actId="2165"/>
          <ac:graphicFrameMkLst>
            <pc:docMk/>
            <pc:sldMk cId="2846316712" sldId="448"/>
            <ac:graphicFrameMk id="8" creationId="{227872FB-2DE9-BC05-24AF-A9D0A26D3070}"/>
          </ac:graphicFrameMkLst>
        </pc:graphicFrameChg>
      </pc:sldChg>
      <pc:sldChg chg="delSp mod ord">
        <pc:chgData name="Daniel Stimac" userId="3ef3bdbd5a7435eb" providerId="LiveId" clId="{8C379340-62B4-4EC1-A8CD-AF19BF9F1ADB}" dt="2026-02-15T10:51:56.555" v="40" actId="478"/>
        <pc:sldMkLst>
          <pc:docMk/>
          <pc:sldMk cId="3999714921" sldId="449"/>
        </pc:sldMkLst>
        <pc:spChg chg="del">
          <ac:chgData name="Daniel Stimac" userId="3ef3bdbd5a7435eb" providerId="LiveId" clId="{8C379340-62B4-4EC1-A8CD-AF19BF9F1ADB}" dt="2026-02-15T10:51:56.555" v="40" actId="478"/>
          <ac:spMkLst>
            <pc:docMk/>
            <pc:sldMk cId="3999714921" sldId="449"/>
            <ac:spMk id="7" creationId="{78E0109F-AA5B-7B2A-41AC-B70830F24580}"/>
          </ac:spMkLst>
        </pc:spChg>
      </pc:sldChg>
      <pc:sldChg chg="del ord">
        <pc:chgData name="Daniel Stimac" userId="3ef3bdbd5a7435eb" providerId="LiveId" clId="{8C379340-62B4-4EC1-A8CD-AF19BF9F1ADB}" dt="2026-02-15T12:00:40.575" v="102" actId="47"/>
        <pc:sldMkLst>
          <pc:docMk/>
          <pc:sldMk cId="2285943039" sldId="450"/>
        </pc:sldMkLst>
      </pc:sldChg>
      <pc:sldChg chg="addSp modSp mod ord">
        <pc:chgData name="Daniel Stimac" userId="3ef3bdbd5a7435eb" providerId="LiveId" clId="{8C379340-62B4-4EC1-A8CD-AF19BF9F1ADB}" dt="2026-02-15T12:27:28.503" v="912" actId="20577"/>
        <pc:sldMkLst>
          <pc:docMk/>
          <pc:sldMk cId="630566523" sldId="451"/>
        </pc:sldMkLst>
        <pc:spChg chg="add mod">
          <ac:chgData name="Daniel Stimac" userId="3ef3bdbd5a7435eb" providerId="LiveId" clId="{8C379340-62B4-4EC1-A8CD-AF19BF9F1ADB}" dt="2026-02-15T12:27:28.503" v="912" actId="20577"/>
          <ac:spMkLst>
            <pc:docMk/>
            <pc:sldMk cId="630566523" sldId="451"/>
            <ac:spMk id="2" creationId="{36F94297-9BC3-F073-7C52-9BD2BD8E404B}"/>
          </ac:spMkLst>
        </pc:spChg>
        <pc:picChg chg="mod">
          <ac:chgData name="Daniel Stimac" userId="3ef3bdbd5a7435eb" providerId="LiveId" clId="{8C379340-62B4-4EC1-A8CD-AF19BF9F1ADB}" dt="2026-02-15T12:21:58.273" v="629" actId="1076"/>
          <ac:picMkLst>
            <pc:docMk/>
            <pc:sldMk cId="630566523" sldId="451"/>
            <ac:picMk id="8" creationId="{18B90CF8-56C1-D0A0-A065-BDBB82E0025C}"/>
          </ac:picMkLst>
        </pc:picChg>
      </pc:sldChg>
      <pc:sldChg chg="del">
        <pc:chgData name="Daniel Stimac" userId="3ef3bdbd5a7435eb" providerId="LiveId" clId="{8C379340-62B4-4EC1-A8CD-AF19BF9F1ADB}" dt="2026-02-15T12:32:41.570" v="1116" actId="47"/>
        <pc:sldMkLst>
          <pc:docMk/>
          <pc:sldMk cId="1229838691" sldId="452"/>
        </pc:sldMkLst>
      </pc:sldChg>
      <pc:sldChg chg="del">
        <pc:chgData name="Daniel Stimac" userId="3ef3bdbd5a7435eb" providerId="LiveId" clId="{8C379340-62B4-4EC1-A8CD-AF19BF9F1ADB}" dt="2026-02-15T12:32:37.857" v="1115" actId="47"/>
        <pc:sldMkLst>
          <pc:docMk/>
          <pc:sldMk cId="2223101143" sldId="453"/>
        </pc:sldMkLst>
      </pc:sldChg>
      <pc:sldChg chg="del">
        <pc:chgData name="Daniel Stimac" userId="3ef3bdbd5a7435eb" providerId="LiveId" clId="{8C379340-62B4-4EC1-A8CD-AF19BF9F1ADB}" dt="2026-02-15T13:00:28.161" v="1358" actId="47"/>
        <pc:sldMkLst>
          <pc:docMk/>
          <pc:sldMk cId="2934083219" sldId="454"/>
        </pc:sldMkLst>
      </pc:sldChg>
      <pc:sldChg chg="addSp delSp modSp new mod">
        <pc:chgData name="Daniel Stimac" userId="3ef3bdbd5a7435eb" providerId="LiveId" clId="{8C379340-62B4-4EC1-A8CD-AF19BF9F1ADB}" dt="2026-02-15T12:31:49.203" v="1114" actId="20577"/>
        <pc:sldMkLst>
          <pc:docMk/>
          <pc:sldMk cId="2757665573" sldId="455"/>
        </pc:sldMkLst>
        <pc:spChg chg="mod">
          <ac:chgData name="Daniel Stimac" userId="3ef3bdbd5a7435eb" providerId="LiveId" clId="{8C379340-62B4-4EC1-A8CD-AF19BF9F1ADB}" dt="2026-02-15T12:31:49.203" v="1114" actId="20577"/>
          <ac:spMkLst>
            <pc:docMk/>
            <pc:sldMk cId="2757665573" sldId="455"/>
            <ac:spMk id="2" creationId="{5B051E1D-8231-3A91-BA8C-9144F4A97EB4}"/>
          </ac:spMkLst>
        </pc:spChg>
        <pc:spChg chg="del">
          <ac:chgData name="Daniel Stimac" userId="3ef3bdbd5a7435eb" providerId="LiveId" clId="{8C379340-62B4-4EC1-A8CD-AF19BF9F1ADB}" dt="2026-02-15T10:53:02.225" v="66" actId="478"/>
          <ac:spMkLst>
            <pc:docMk/>
            <pc:sldMk cId="2757665573" sldId="455"/>
            <ac:spMk id="6" creationId="{89833442-3847-FA82-53C2-282BB1FF1A34}"/>
          </ac:spMkLst>
        </pc:spChg>
        <pc:spChg chg="del">
          <ac:chgData name="Daniel Stimac" userId="3ef3bdbd5a7435eb" providerId="LiveId" clId="{8C379340-62B4-4EC1-A8CD-AF19BF9F1ADB}" dt="2026-02-15T12:02:12.605" v="110" actId="478"/>
          <ac:spMkLst>
            <pc:docMk/>
            <pc:sldMk cId="2757665573" sldId="455"/>
            <ac:spMk id="7" creationId="{76B718EE-3E22-B76F-CBC2-AF4494817BC0}"/>
          </ac:spMkLst>
        </pc:spChg>
        <pc:spChg chg="add del mod">
          <ac:chgData name="Daniel Stimac" userId="3ef3bdbd5a7435eb" providerId="LiveId" clId="{8C379340-62B4-4EC1-A8CD-AF19BF9F1ADB}" dt="2026-02-15T12:12:19.407" v="209" actId="478"/>
          <ac:spMkLst>
            <pc:docMk/>
            <pc:sldMk cId="2757665573" sldId="455"/>
            <ac:spMk id="12" creationId="{3D09077B-0A16-CE79-2056-558519736B48}"/>
          </ac:spMkLst>
        </pc:spChg>
        <pc:spChg chg="add mod">
          <ac:chgData name="Daniel Stimac" userId="3ef3bdbd5a7435eb" providerId="LiveId" clId="{8C379340-62B4-4EC1-A8CD-AF19BF9F1ADB}" dt="2026-02-15T12:19:30.364" v="579" actId="6549"/>
          <ac:spMkLst>
            <pc:docMk/>
            <pc:sldMk cId="2757665573" sldId="455"/>
            <ac:spMk id="16" creationId="{A137559C-2D9F-6C9A-67E0-F363F2C62DC7}"/>
          </ac:spMkLst>
        </pc:spChg>
        <pc:spChg chg="add del mod">
          <ac:chgData name="Daniel Stimac" userId="3ef3bdbd5a7435eb" providerId="LiveId" clId="{8C379340-62B4-4EC1-A8CD-AF19BF9F1ADB}" dt="2026-02-15T12:12:15.472" v="207" actId="478"/>
          <ac:spMkLst>
            <pc:docMk/>
            <pc:sldMk cId="2757665573" sldId="455"/>
            <ac:spMk id="24" creationId="{EC5FC8AC-2A03-BD3F-B9B8-6AD072F19F0E}"/>
          </ac:spMkLst>
        </pc:spChg>
        <pc:picChg chg="add mod">
          <ac:chgData name="Daniel Stimac" userId="3ef3bdbd5a7435eb" providerId="LiveId" clId="{8C379340-62B4-4EC1-A8CD-AF19BF9F1ADB}" dt="2026-02-15T12:12:37.300" v="214" actId="1076"/>
          <ac:picMkLst>
            <pc:docMk/>
            <pc:sldMk cId="2757665573" sldId="455"/>
            <ac:picMk id="6" creationId="{4BE63886-EC23-6403-F0E2-D3DE67B402A4}"/>
          </ac:picMkLst>
        </pc:picChg>
        <pc:picChg chg="add del mod">
          <ac:chgData name="Daniel Stimac" userId="3ef3bdbd5a7435eb" providerId="LiveId" clId="{8C379340-62B4-4EC1-A8CD-AF19BF9F1ADB}" dt="2026-02-15T12:12:00.592" v="200" actId="478"/>
          <ac:picMkLst>
            <pc:docMk/>
            <pc:sldMk cId="2757665573" sldId="455"/>
            <ac:picMk id="8" creationId="{CFE27D88-57B6-7959-336F-0AB99E6D833C}"/>
          </ac:picMkLst>
        </pc:picChg>
        <pc:picChg chg="add mod">
          <ac:chgData name="Daniel Stimac" userId="3ef3bdbd5a7435eb" providerId="LiveId" clId="{8C379340-62B4-4EC1-A8CD-AF19BF9F1ADB}" dt="2026-02-15T12:12:34.782" v="213" actId="1076"/>
          <ac:picMkLst>
            <pc:docMk/>
            <pc:sldMk cId="2757665573" sldId="455"/>
            <ac:picMk id="9" creationId="{7FF6AF5D-7A3D-A6DF-B24E-D020C53C7880}"/>
          </ac:picMkLst>
        </pc:picChg>
        <pc:picChg chg="add mod ord">
          <ac:chgData name="Daniel Stimac" userId="3ef3bdbd5a7435eb" providerId="LiveId" clId="{8C379340-62B4-4EC1-A8CD-AF19BF9F1ADB}" dt="2026-02-15T12:12:30.687" v="212" actId="1076"/>
          <ac:picMkLst>
            <pc:docMk/>
            <pc:sldMk cId="2757665573" sldId="455"/>
            <ac:picMk id="26" creationId="{A6B48F15-3469-F75B-68A4-794B429D167D}"/>
          </ac:picMkLst>
        </pc:picChg>
        <pc:cxnChg chg="add mod">
          <ac:chgData name="Daniel Stimac" userId="3ef3bdbd5a7435eb" providerId="LiveId" clId="{8C379340-62B4-4EC1-A8CD-AF19BF9F1ADB}" dt="2026-02-15T12:12:34.782" v="213" actId="1076"/>
          <ac:cxnSpMkLst>
            <pc:docMk/>
            <pc:sldMk cId="2757665573" sldId="455"/>
            <ac:cxnSpMk id="11" creationId="{63E8F581-4796-E8D2-DDCD-2C703F78DE52}"/>
          </ac:cxnSpMkLst>
        </pc:cxnChg>
        <pc:cxnChg chg="add mod">
          <ac:chgData name="Daniel Stimac" userId="3ef3bdbd5a7435eb" providerId="LiveId" clId="{8C379340-62B4-4EC1-A8CD-AF19BF9F1ADB}" dt="2026-02-15T12:12:41.844" v="215" actId="14100"/>
          <ac:cxnSpMkLst>
            <pc:docMk/>
            <pc:sldMk cId="2757665573" sldId="455"/>
            <ac:cxnSpMk id="14" creationId="{C6EB7DEB-9856-A02E-6F28-301AB43D6B22}"/>
          </ac:cxnSpMkLst>
        </pc:cxnChg>
      </pc:sldChg>
      <pc:sldChg chg="addSp delSp modSp new mod">
        <pc:chgData name="Daniel Stimac" userId="3ef3bdbd5a7435eb" providerId="LiveId" clId="{8C379340-62B4-4EC1-A8CD-AF19BF9F1ADB}" dt="2026-02-15T12:21:34.546" v="625" actId="1076"/>
        <pc:sldMkLst>
          <pc:docMk/>
          <pc:sldMk cId="2816926931" sldId="456"/>
        </pc:sldMkLst>
        <pc:spChg chg="mod">
          <ac:chgData name="Daniel Stimac" userId="3ef3bdbd5a7435eb" providerId="LiveId" clId="{8C379340-62B4-4EC1-A8CD-AF19BF9F1ADB}" dt="2026-02-15T12:19:56.082" v="621" actId="20577"/>
          <ac:spMkLst>
            <pc:docMk/>
            <pc:sldMk cId="2816926931" sldId="456"/>
            <ac:spMk id="2" creationId="{D171BE65-635F-1072-8EB5-768E9E22AD9B}"/>
          </ac:spMkLst>
        </pc:spChg>
        <pc:spChg chg="del">
          <ac:chgData name="Daniel Stimac" userId="3ef3bdbd5a7435eb" providerId="LiveId" clId="{8C379340-62B4-4EC1-A8CD-AF19BF9F1ADB}" dt="2026-02-15T11:19:05.051" v="75"/>
          <ac:spMkLst>
            <pc:docMk/>
            <pc:sldMk cId="2816926931" sldId="456"/>
            <ac:spMk id="6" creationId="{3E7969B3-10CB-2DB9-672D-8A3F528346E7}"/>
          </ac:spMkLst>
        </pc:spChg>
        <pc:spChg chg="del">
          <ac:chgData name="Daniel Stimac" userId="3ef3bdbd5a7435eb" providerId="LiveId" clId="{8C379340-62B4-4EC1-A8CD-AF19BF9F1ADB}" dt="2026-02-15T11:20:24.703" v="87" actId="478"/>
          <ac:spMkLst>
            <pc:docMk/>
            <pc:sldMk cId="2816926931" sldId="456"/>
            <ac:spMk id="7" creationId="{563D1185-6858-06E7-6939-CA8027F3AAFF}"/>
          </ac:spMkLst>
        </pc:spChg>
        <pc:spChg chg="add del mod">
          <ac:chgData name="Daniel Stimac" userId="3ef3bdbd5a7435eb" providerId="LiveId" clId="{8C379340-62B4-4EC1-A8CD-AF19BF9F1ADB}" dt="2026-02-15T11:20:12.826" v="82"/>
          <ac:spMkLst>
            <pc:docMk/>
            <pc:sldMk cId="2816926931" sldId="456"/>
            <ac:spMk id="11" creationId="{DC6C576D-D4A6-2F86-BCF6-7AD87152E51B}"/>
          </ac:spMkLst>
        </pc:spChg>
        <pc:picChg chg="add del mod ord">
          <ac:chgData name="Daniel Stimac" userId="3ef3bdbd5a7435eb" providerId="LiveId" clId="{8C379340-62B4-4EC1-A8CD-AF19BF9F1ADB}" dt="2026-02-15T11:19:39.338" v="80" actId="478"/>
          <ac:picMkLst>
            <pc:docMk/>
            <pc:sldMk cId="2816926931" sldId="456"/>
            <ac:picMk id="9" creationId="{28A4FA57-9CBA-DBE7-3BA7-E3A6973F5F7C}"/>
          </ac:picMkLst>
        </pc:picChg>
        <pc:picChg chg="add mod ord">
          <ac:chgData name="Daniel Stimac" userId="3ef3bdbd5a7435eb" providerId="LiveId" clId="{8C379340-62B4-4EC1-A8CD-AF19BF9F1ADB}" dt="2026-02-15T12:21:34.546" v="625" actId="1076"/>
          <ac:picMkLst>
            <pc:docMk/>
            <pc:sldMk cId="2816926931" sldId="456"/>
            <ac:picMk id="13" creationId="{4C0EDC50-1085-04F8-BA87-FCCCA85F0DC0}"/>
          </ac:picMkLst>
        </pc:picChg>
      </pc:sldChg>
      <pc:sldChg chg="addSp delSp modSp new mod">
        <pc:chgData name="Daniel Stimac" userId="3ef3bdbd5a7435eb" providerId="LiveId" clId="{8C379340-62B4-4EC1-A8CD-AF19BF9F1ADB}" dt="2026-02-15T12:20:31.155" v="624" actId="20577"/>
        <pc:sldMkLst>
          <pc:docMk/>
          <pc:sldMk cId="267649614" sldId="457"/>
        </pc:sldMkLst>
        <pc:spChg chg="mod">
          <ac:chgData name="Daniel Stimac" userId="3ef3bdbd5a7435eb" providerId="LiveId" clId="{8C379340-62B4-4EC1-A8CD-AF19BF9F1ADB}" dt="2026-02-15T12:19:23.620" v="577" actId="20577"/>
          <ac:spMkLst>
            <pc:docMk/>
            <pc:sldMk cId="267649614" sldId="457"/>
            <ac:spMk id="2" creationId="{02468A33-B80C-F31E-93A9-D923C598B919}"/>
          </ac:spMkLst>
        </pc:spChg>
        <pc:spChg chg="del">
          <ac:chgData name="Daniel Stimac" userId="3ef3bdbd5a7435eb" providerId="LiveId" clId="{8C379340-62B4-4EC1-A8CD-AF19BF9F1ADB}" dt="2026-02-15T12:00:10.457" v="95"/>
          <ac:spMkLst>
            <pc:docMk/>
            <pc:sldMk cId="267649614" sldId="457"/>
            <ac:spMk id="6" creationId="{D3A93E9C-C16E-9275-64CC-D26461036190}"/>
          </ac:spMkLst>
        </pc:spChg>
        <pc:spChg chg="del">
          <ac:chgData name="Daniel Stimac" userId="3ef3bdbd5a7435eb" providerId="LiveId" clId="{8C379340-62B4-4EC1-A8CD-AF19BF9F1ADB}" dt="2026-02-15T12:01:10.486" v="105" actId="478"/>
          <ac:spMkLst>
            <pc:docMk/>
            <pc:sldMk cId="267649614" sldId="457"/>
            <ac:spMk id="7" creationId="{92EFD2C1-318A-D165-BBF6-DE5B7BD442A3}"/>
          </ac:spMkLst>
        </pc:spChg>
        <pc:spChg chg="add del mod">
          <ac:chgData name="Daniel Stimac" userId="3ef3bdbd5a7435eb" providerId="LiveId" clId="{8C379340-62B4-4EC1-A8CD-AF19BF9F1ADB}" dt="2026-02-15T12:18:55.613" v="569" actId="22"/>
          <ac:spMkLst>
            <pc:docMk/>
            <pc:sldMk cId="267649614" sldId="457"/>
            <ac:spMk id="12" creationId="{BFFE55F7-19DD-2753-78F3-98FF82CB34B8}"/>
          </ac:spMkLst>
        </pc:spChg>
        <pc:spChg chg="add mod">
          <ac:chgData name="Daniel Stimac" userId="3ef3bdbd5a7435eb" providerId="LiveId" clId="{8C379340-62B4-4EC1-A8CD-AF19BF9F1ADB}" dt="2026-02-15T12:20:31.155" v="624" actId="20577"/>
          <ac:spMkLst>
            <pc:docMk/>
            <pc:sldMk cId="267649614" sldId="457"/>
            <ac:spMk id="13" creationId="{F6068E39-0EE1-7AED-677E-9AC1C62CE2D7}"/>
          </ac:spMkLst>
        </pc:spChg>
        <pc:picChg chg="add mod ord">
          <ac:chgData name="Daniel Stimac" userId="3ef3bdbd5a7435eb" providerId="LiveId" clId="{8C379340-62B4-4EC1-A8CD-AF19BF9F1ADB}" dt="2026-02-15T12:20:07.498" v="623" actId="1076"/>
          <ac:picMkLst>
            <pc:docMk/>
            <pc:sldMk cId="267649614" sldId="457"/>
            <ac:picMk id="9" creationId="{CDBD8FF7-6E84-B474-1FCC-51E7E0D5424B}"/>
          </ac:picMkLst>
        </pc:picChg>
        <pc:picChg chg="add del mod">
          <ac:chgData name="Daniel Stimac" userId="3ef3bdbd5a7435eb" providerId="LiveId" clId="{8C379340-62B4-4EC1-A8CD-AF19BF9F1ADB}" dt="2026-02-15T12:02:08.622" v="109" actId="478"/>
          <ac:picMkLst>
            <pc:docMk/>
            <pc:sldMk cId="267649614" sldId="457"/>
            <ac:picMk id="10" creationId="{A4661AE5-8EAA-C2B9-7209-E103CBED8EA1}"/>
          </ac:picMkLst>
        </pc:picChg>
      </pc:sldChg>
      <pc:sldChg chg="addSp delSp modSp new mod">
        <pc:chgData name="Daniel Stimac" userId="3ef3bdbd5a7435eb" providerId="LiveId" clId="{8C379340-62B4-4EC1-A8CD-AF19BF9F1ADB}" dt="2026-02-15T13:10:42.484" v="1407" actId="20577"/>
        <pc:sldMkLst>
          <pc:docMk/>
          <pc:sldMk cId="2619233127" sldId="458"/>
        </pc:sldMkLst>
        <pc:spChg chg="add del mod">
          <ac:chgData name="Daniel Stimac" userId="3ef3bdbd5a7435eb" providerId="LiveId" clId="{8C379340-62B4-4EC1-A8CD-AF19BF9F1ADB}" dt="2026-02-15T13:10:42.484" v="1407" actId="20577"/>
          <ac:spMkLst>
            <pc:docMk/>
            <pc:sldMk cId="2619233127" sldId="458"/>
            <ac:spMk id="2" creationId="{FCA3C8C4-3910-9FAE-BD2D-8608AA97F19B}"/>
          </ac:spMkLst>
        </pc:spChg>
        <pc:spChg chg="del">
          <ac:chgData name="Daniel Stimac" userId="3ef3bdbd5a7435eb" providerId="LiveId" clId="{8C379340-62B4-4EC1-A8CD-AF19BF9F1ADB}" dt="2026-02-15T12:53:15.954" v="1269"/>
          <ac:spMkLst>
            <pc:docMk/>
            <pc:sldMk cId="2619233127" sldId="458"/>
            <ac:spMk id="6" creationId="{9CABF422-1E27-2A05-FCA1-A49F67B34F09}"/>
          </ac:spMkLst>
        </pc:spChg>
        <pc:spChg chg="add del">
          <ac:chgData name="Daniel Stimac" userId="3ef3bdbd5a7435eb" providerId="LiveId" clId="{8C379340-62B4-4EC1-A8CD-AF19BF9F1ADB}" dt="2026-02-15T12:53:44.734" v="1276" actId="478"/>
          <ac:spMkLst>
            <pc:docMk/>
            <pc:sldMk cId="2619233127" sldId="458"/>
            <ac:spMk id="7" creationId="{78C0DF31-7F70-266D-F3DE-0EBE07755B30}"/>
          </ac:spMkLst>
        </pc:spChg>
        <pc:graphicFrameChg chg="add mod modGraphic">
          <ac:chgData name="Daniel Stimac" userId="3ef3bdbd5a7435eb" providerId="LiveId" clId="{8C379340-62B4-4EC1-A8CD-AF19BF9F1ADB}" dt="2026-02-15T12:57:33.079" v="1334" actId="14100"/>
          <ac:graphicFrameMkLst>
            <pc:docMk/>
            <pc:sldMk cId="2619233127" sldId="458"/>
            <ac:graphicFrameMk id="8" creationId="{F91A9680-513F-1E62-63AA-0C4CE1131B48}"/>
          </ac:graphicFrameMkLst>
        </pc:graphicFrameChg>
      </pc:sldChg>
      <pc:sldChg chg="delSp modSp new mod">
        <pc:chgData name="Daniel Stimac" userId="3ef3bdbd5a7435eb" providerId="LiveId" clId="{8C379340-62B4-4EC1-A8CD-AF19BF9F1ADB}" dt="2026-02-15T13:07:35.015" v="1383" actId="12"/>
        <pc:sldMkLst>
          <pc:docMk/>
          <pc:sldMk cId="66783105" sldId="459"/>
        </pc:sldMkLst>
        <pc:spChg chg="mod">
          <ac:chgData name="Daniel Stimac" userId="3ef3bdbd5a7435eb" providerId="LiveId" clId="{8C379340-62B4-4EC1-A8CD-AF19BF9F1ADB}" dt="2026-02-15T12:58:21.396" v="1351" actId="20577"/>
          <ac:spMkLst>
            <pc:docMk/>
            <pc:sldMk cId="66783105" sldId="459"/>
            <ac:spMk id="2" creationId="{5B80B3DB-CF61-6B03-F4EA-168EAEC74F71}"/>
          </ac:spMkLst>
        </pc:spChg>
        <pc:spChg chg="mod">
          <ac:chgData name="Daniel Stimac" userId="3ef3bdbd5a7435eb" providerId="LiveId" clId="{8C379340-62B4-4EC1-A8CD-AF19BF9F1ADB}" dt="2026-02-15T13:07:35.015" v="1383" actId="12"/>
          <ac:spMkLst>
            <pc:docMk/>
            <pc:sldMk cId="66783105" sldId="459"/>
            <ac:spMk id="6" creationId="{81AFC3C2-1110-0D30-FFD1-7C103948D896}"/>
          </ac:spMkLst>
        </pc:spChg>
        <pc:spChg chg="del">
          <ac:chgData name="Daniel Stimac" userId="3ef3bdbd5a7435eb" providerId="LiveId" clId="{8C379340-62B4-4EC1-A8CD-AF19BF9F1ADB}" dt="2026-02-15T12:59:23.834" v="1357" actId="478"/>
          <ac:spMkLst>
            <pc:docMk/>
            <pc:sldMk cId="66783105" sldId="459"/>
            <ac:spMk id="7" creationId="{0BB13EFF-C86E-19C0-B086-D4293D67BCE3}"/>
          </ac:spMkLst>
        </pc:spChg>
      </pc:sldChg>
      <pc:sldChg chg="delSp modSp new mod ord">
        <pc:chgData name="Daniel Stimac" userId="3ef3bdbd5a7435eb" providerId="LiveId" clId="{8C379340-62B4-4EC1-A8CD-AF19BF9F1ADB}" dt="2026-02-15T13:09:44.138" v="1388"/>
        <pc:sldMkLst>
          <pc:docMk/>
          <pc:sldMk cId="1178323463" sldId="460"/>
        </pc:sldMkLst>
        <pc:spChg chg="mod">
          <ac:chgData name="Daniel Stimac" userId="3ef3bdbd5a7435eb" providerId="LiveId" clId="{8C379340-62B4-4EC1-A8CD-AF19BF9F1ADB}" dt="2026-02-15T13:01:39.361" v="1367" actId="20577"/>
          <ac:spMkLst>
            <pc:docMk/>
            <pc:sldMk cId="1178323463" sldId="460"/>
            <ac:spMk id="2" creationId="{D8331513-3849-2C2D-A7D7-B261EACF20FF}"/>
          </ac:spMkLst>
        </pc:spChg>
        <pc:spChg chg="mod">
          <ac:chgData name="Daniel Stimac" userId="3ef3bdbd5a7435eb" providerId="LiveId" clId="{8C379340-62B4-4EC1-A8CD-AF19BF9F1ADB}" dt="2026-02-15T13:02:37.153" v="1377" actId="20577"/>
          <ac:spMkLst>
            <pc:docMk/>
            <pc:sldMk cId="1178323463" sldId="460"/>
            <ac:spMk id="6" creationId="{77404A04-B3D4-A4BE-ED3C-C542A448282B}"/>
          </ac:spMkLst>
        </pc:spChg>
        <pc:spChg chg="del">
          <ac:chgData name="Daniel Stimac" userId="3ef3bdbd5a7435eb" providerId="LiveId" clId="{8C379340-62B4-4EC1-A8CD-AF19BF9F1ADB}" dt="2026-02-15T13:02:43.441" v="1378" actId="478"/>
          <ac:spMkLst>
            <pc:docMk/>
            <pc:sldMk cId="1178323463" sldId="460"/>
            <ac:spMk id="7" creationId="{37784A1B-E34F-2CEE-2513-FB6E7D4413E9}"/>
          </ac:spMkLst>
        </pc:spChg>
      </pc:sldChg>
      <pc:sldMasterChg chg="delSldLayout">
        <pc:chgData name="Daniel Stimac" userId="3ef3bdbd5a7435eb" providerId="LiveId" clId="{8C379340-62B4-4EC1-A8CD-AF19BF9F1ADB}" dt="2026-02-15T10:50:55.950" v="37" actId="2696"/>
        <pc:sldMasterMkLst>
          <pc:docMk/>
          <pc:sldMasterMk cId="1633154997" sldId="2147483648"/>
        </pc:sldMasterMkLst>
        <pc:sldLayoutChg chg="del">
          <pc:chgData name="Daniel Stimac" userId="3ef3bdbd5a7435eb" providerId="LiveId" clId="{8C379340-62B4-4EC1-A8CD-AF19BF9F1ADB}" dt="2026-02-15T10:50:55.950" v="37" actId="2696"/>
          <pc:sldLayoutMkLst>
            <pc:docMk/>
            <pc:sldMasterMk cId="1633154997" sldId="2147483648"/>
            <pc:sldLayoutMk cId="898767960" sldId="2147483693"/>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05125" cy="493713"/>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798888" y="0"/>
            <a:ext cx="2905125" cy="493713"/>
          </a:xfrm>
          <a:prstGeom prst="rect">
            <a:avLst/>
          </a:prstGeom>
        </p:spPr>
        <p:txBody>
          <a:bodyPr vert="horz" lIns="91440" tIns="45720" rIns="91440" bIns="45720" rtlCol="0"/>
          <a:lstStyle>
            <a:lvl1pPr algn="r">
              <a:defRPr sz="1200"/>
            </a:lvl1pPr>
          </a:lstStyle>
          <a:p>
            <a:fld id="{C01EE9E5-7AEC-4131-BC84-AB6B67EEAAD9}" type="datetimeFigureOut">
              <a:rPr lang="de-DE" smtClean="0"/>
              <a:t>15.02.2026</a:t>
            </a:fld>
            <a:endParaRPr lang="de-DE"/>
          </a:p>
        </p:txBody>
      </p:sp>
      <p:sp>
        <p:nvSpPr>
          <p:cNvPr id="4" name="Fußzeilenplatzhalter 3"/>
          <p:cNvSpPr>
            <a:spLocks noGrp="1"/>
          </p:cNvSpPr>
          <p:nvPr>
            <p:ph type="ftr" sz="quarter" idx="2"/>
          </p:nvPr>
        </p:nvSpPr>
        <p:spPr>
          <a:xfrm>
            <a:off x="0" y="9348788"/>
            <a:ext cx="2905125" cy="493712"/>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798888" y="9348788"/>
            <a:ext cx="2905125" cy="493712"/>
          </a:xfrm>
          <a:prstGeom prst="rect">
            <a:avLst/>
          </a:prstGeom>
        </p:spPr>
        <p:txBody>
          <a:bodyPr vert="horz" lIns="91440" tIns="45720" rIns="91440" bIns="45720" rtlCol="0" anchor="b"/>
          <a:lstStyle>
            <a:lvl1pPr algn="r">
              <a:defRPr sz="1200"/>
            </a:lvl1pPr>
          </a:lstStyle>
          <a:p>
            <a:fld id="{3ADC95C4-FB5D-45AF-BB4A-D93BDEF8FD17}" type="slidenum">
              <a:rPr lang="de-DE" smtClean="0"/>
              <a:t>‹Nr.›</a:t>
            </a:fld>
            <a:endParaRPr lang="de-DE"/>
          </a:p>
        </p:txBody>
      </p:sp>
    </p:spTree>
    <p:extLst>
      <p:ext uri="{BB962C8B-B14F-4D97-AF65-F5344CB8AC3E}">
        <p14:creationId xmlns:p14="http://schemas.microsoft.com/office/powerpoint/2010/main" val="11250461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05760" cy="492125"/>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798288" y="0"/>
            <a:ext cx="2905760" cy="492125"/>
          </a:xfrm>
          <a:prstGeom prst="rect">
            <a:avLst/>
          </a:prstGeom>
        </p:spPr>
        <p:txBody>
          <a:bodyPr vert="horz" lIns="91440" tIns="45720" rIns="91440" bIns="45720" rtlCol="0"/>
          <a:lstStyle>
            <a:lvl1pPr algn="r">
              <a:defRPr sz="1200"/>
            </a:lvl1pPr>
          </a:lstStyle>
          <a:p>
            <a:fld id="{E06DFA29-3256-431D-AE79-C0F40E7401BE}" type="datetimeFigureOut">
              <a:rPr lang="de-DE" smtClean="0"/>
              <a:t>15.02.2026</a:t>
            </a:fld>
            <a:endParaRPr lang="de-DE"/>
          </a:p>
        </p:txBody>
      </p:sp>
      <p:sp>
        <p:nvSpPr>
          <p:cNvPr id="4" name="Folienbildplatzhalter 3"/>
          <p:cNvSpPr>
            <a:spLocks noGrp="1" noRot="1" noChangeAspect="1"/>
          </p:cNvSpPr>
          <p:nvPr>
            <p:ph type="sldImg" idx="2"/>
          </p:nvPr>
        </p:nvSpPr>
        <p:spPr>
          <a:xfrm>
            <a:off x="73025" y="738188"/>
            <a:ext cx="6559550" cy="3690937"/>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70560" y="4675188"/>
            <a:ext cx="5364480" cy="4429125"/>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348667"/>
            <a:ext cx="2905760" cy="492125"/>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798288" y="9348667"/>
            <a:ext cx="2905760" cy="492125"/>
          </a:xfrm>
          <a:prstGeom prst="rect">
            <a:avLst/>
          </a:prstGeom>
        </p:spPr>
        <p:txBody>
          <a:bodyPr vert="horz" lIns="91440" tIns="45720" rIns="91440" bIns="45720" rtlCol="0" anchor="b"/>
          <a:lstStyle>
            <a:lvl1pPr algn="r">
              <a:defRPr sz="1200"/>
            </a:lvl1pPr>
          </a:lstStyle>
          <a:p>
            <a:fld id="{89DD9C04-160D-468E-BC02-B223DBE9CCE9}" type="slidenum">
              <a:rPr lang="de-DE" smtClean="0"/>
              <a:t>‹Nr.›</a:t>
            </a:fld>
            <a:endParaRPr lang="de-DE"/>
          </a:p>
        </p:txBody>
      </p:sp>
    </p:spTree>
    <p:extLst>
      <p:ext uri="{BB962C8B-B14F-4D97-AF65-F5344CB8AC3E}">
        <p14:creationId xmlns:p14="http://schemas.microsoft.com/office/powerpoint/2010/main" val="3067512845"/>
      </p:ext>
    </p:extLst>
  </p:cSld>
  <p:clrMap bg1="lt1" tx1="dk1" bg2="lt2" tx2="dk2" accent1="accent1" accent2="accent2" accent3="accent3" accent4="accent4" accent5="accent5" accent6="accent6" hlink="hlink" folHlink="folHlink"/>
  <p:notesStyle>
    <a:lvl1pPr marL="0" algn="l" defTabSz="958200" rtl="0" eaLnBrk="1" latinLnBrk="0" hangingPunct="1">
      <a:defRPr sz="1300" kern="1200">
        <a:solidFill>
          <a:schemeClr val="tx1"/>
        </a:solidFill>
        <a:latin typeface="+mn-lt"/>
        <a:ea typeface="+mn-ea"/>
        <a:cs typeface="+mn-cs"/>
      </a:defRPr>
    </a:lvl1pPr>
    <a:lvl2pPr marL="479100" algn="l" defTabSz="958200" rtl="0" eaLnBrk="1" latinLnBrk="0" hangingPunct="1">
      <a:defRPr sz="1300" kern="1200">
        <a:solidFill>
          <a:schemeClr val="tx1"/>
        </a:solidFill>
        <a:latin typeface="+mn-lt"/>
        <a:ea typeface="+mn-ea"/>
        <a:cs typeface="+mn-cs"/>
      </a:defRPr>
    </a:lvl2pPr>
    <a:lvl3pPr marL="958200" algn="l" defTabSz="958200" rtl="0" eaLnBrk="1" latinLnBrk="0" hangingPunct="1">
      <a:defRPr sz="1300" kern="1200">
        <a:solidFill>
          <a:schemeClr val="tx1"/>
        </a:solidFill>
        <a:latin typeface="+mn-lt"/>
        <a:ea typeface="+mn-ea"/>
        <a:cs typeface="+mn-cs"/>
      </a:defRPr>
    </a:lvl3pPr>
    <a:lvl4pPr marL="1437300" algn="l" defTabSz="958200" rtl="0" eaLnBrk="1" latinLnBrk="0" hangingPunct="1">
      <a:defRPr sz="1300" kern="1200">
        <a:solidFill>
          <a:schemeClr val="tx1"/>
        </a:solidFill>
        <a:latin typeface="+mn-lt"/>
        <a:ea typeface="+mn-ea"/>
        <a:cs typeface="+mn-cs"/>
      </a:defRPr>
    </a:lvl4pPr>
    <a:lvl5pPr marL="1916400" algn="l" defTabSz="958200" rtl="0" eaLnBrk="1" latinLnBrk="0" hangingPunct="1">
      <a:defRPr sz="1300" kern="1200">
        <a:solidFill>
          <a:schemeClr val="tx1"/>
        </a:solidFill>
        <a:latin typeface="+mn-lt"/>
        <a:ea typeface="+mn-ea"/>
        <a:cs typeface="+mn-cs"/>
      </a:defRPr>
    </a:lvl5pPr>
    <a:lvl6pPr marL="2395499" algn="l" defTabSz="958200" rtl="0" eaLnBrk="1" latinLnBrk="0" hangingPunct="1">
      <a:defRPr sz="1300" kern="1200">
        <a:solidFill>
          <a:schemeClr val="tx1"/>
        </a:solidFill>
        <a:latin typeface="+mn-lt"/>
        <a:ea typeface="+mn-ea"/>
        <a:cs typeface="+mn-cs"/>
      </a:defRPr>
    </a:lvl6pPr>
    <a:lvl7pPr marL="2874599" algn="l" defTabSz="958200" rtl="0" eaLnBrk="1" latinLnBrk="0" hangingPunct="1">
      <a:defRPr sz="1300" kern="1200">
        <a:solidFill>
          <a:schemeClr val="tx1"/>
        </a:solidFill>
        <a:latin typeface="+mn-lt"/>
        <a:ea typeface="+mn-ea"/>
        <a:cs typeface="+mn-cs"/>
      </a:defRPr>
    </a:lvl7pPr>
    <a:lvl8pPr marL="3353699" algn="l" defTabSz="958200" rtl="0" eaLnBrk="1" latinLnBrk="0" hangingPunct="1">
      <a:defRPr sz="1300" kern="1200">
        <a:solidFill>
          <a:schemeClr val="tx1"/>
        </a:solidFill>
        <a:latin typeface="+mn-lt"/>
        <a:ea typeface="+mn-ea"/>
        <a:cs typeface="+mn-cs"/>
      </a:defRPr>
    </a:lvl8pPr>
    <a:lvl9pPr marL="3832799" algn="l" defTabSz="958200" rtl="0" eaLnBrk="1" latinLnBrk="0" hangingPunct="1">
      <a:defRPr sz="13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slideMaster" Target="../slideMasters/slideMaster1.xml"/><Relationship Id="rId5" Type="http://schemas.openxmlformats.org/officeDocument/2006/relationships/image" Target="../media/image14.jpeg"/><Relationship Id="rId4" Type="http://schemas.openxmlformats.org/officeDocument/2006/relationships/image" Target="../media/image13.wmf"/></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7" name="Rechteck 6"/>
          <p:cNvSpPr/>
          <p:nvPr userDrawn="1"/>
        </p:nvSpPr>
        <p:spPr>
          <a:xfrm>
            <a:off x="0" y="4795200"/>
            <a:ext cx="12192744" cy="99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900"/>
          </a:p>
        </p:txBody>
      </p:sp>
      <p:sp>
        <p:nvSpPr>
          <p:cNvPr id="8" name="Rechteck 7"/>
          <p:cNvSpPr/>
          <p:nvPr userDrawn="1"/>
        </p:nvSpPr>
        <p:spPr>
          <a:xfrm>
            <a:off x="0" y="5461200"/>
            <a:ext cx="12192744" cy="99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900"/>
          </a:p>
        </p:txBody>
      </p:sp>
      <p:sp>
        <p:nvSpPr>
          <p:cNvPr id="9" name="Rechteck 8"/>
          <p:cNvSpPr/>
          <p:nvPr userDrawn="1"/>
        </p:nvSpPr>
        <p:spPr>
          <a:xfrm>
            <a:off x="0" y="5461200"/>
            <a:ext cx="12192744" cy="324000"/>
          </a:xfrm>
          <a:prstGeom prst="rect">
            <a:avLst/>
          </a:prstGeom>
          <a:solidFill>
            <a:srgbClr val="8B001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900"/>
          </a:p>
        </p:txBody>
      </p:sp>
      <p:sp>
        <p:nvSpPr>
          <p:cNvPr id="4" name="Datumsplatzhalter 3"/>
          <p:cNvSpPr>
            <a:spLocks noGrp="1"/>
          </p:cNvSpPr>
          <p:nvPr>
            <p:ph type="dt" sz="half" idx="10"/>
          </p:nvPr>
        </p:nvSpPr>
        <p:spPr>
          <a:xfrm>
            <a:off x="6601451" y="443905"/>
            <a:ext cx="4838109" cy="216000"/>
          </a:xfrm>
        </p:spPr>
        <p:txBody>
          <a:bodyPr/>
          <a:lstStyle>
            <a:lvl1pPr algn="r">
              <a:defRPr/>
            </a:lvl1pPr>
          </a:lstStyle>
          <a:p>
            <a:r>
              <a:rPr lang="de-DE"/>
              <a:t>Prof. Dr.-Ing. F. Leitner-Fischer / Daniel Stimac</a:t>
            </a:r>
          </a:p>
        </p:txBody>
      </p:sp>
      <p:sp>
        <p:nvSpPr>
          <p:cNvPr id="3" name="Untertitel 2"/>
          <p:cNvSpPr>
            <a:spLocks noGrp="1"/>
          </p:cNvSpPr>
          <p:nvPr>
            <p:ph type="subTitle" idx="1" hasCustomPrompt="1"/>
          </p:nvPr>
        </p:nvSpPr>
        <p:spPr>
          <a:xfrm>
            <a:off x="754141" y="3960000"/>
            <a:ext cx="10685418" cy="720000"/>
          </a:xfrm>
        </p:spPr>
        <p:txBody>
          <a:bodyPr/>
          <a:lstStyle>
            <a:lvl1pPr marL="0" indent="0" algn="ctr">
              <a:lnSpc>
                <a:spcPct val="100000"/>
              </a:lnSpc>
              <a:spcBef>
                <a:spcPts val="0"/>
              </a:spcBef>
              <a:buFont typeface="Arial" panose="020B0604020202020204" pitchFamily="34" charset="0"/>
              <a:buNone/>
              <a:defRPr sz="2000" b="0" cap="none" baseline="0">
                <a:solidFill>
                  <a:schemeClr val="tx1"/>
                </a:solidFill>
                <a:latin typeface="+mn-lt"/>
              </a:defRPr>
            </a:lvl1pPr>
            <a:lvl2pPr marL="0" indent="0" algn="ctr">
              <a:lnSpc>
                <a:spcPct val="100000"/>
              </a:lnSpc>
              <a:buFont typeface="Arial" panose="020B0604020202020204" pitchFamily="34" charset="0"/>
              <a:buNone/>
              <a:defRPr sz="2000" b="0" cap="none">
                <a:solidFill>
                  <a:schemeClr val="tx1"/>
                </a:solidFill>
                <a:latin typeface="+mn-lt"/>
              </a:defRPr>
            </a:lvl2pPr>
            <a:lvl3pPr marL="0" indent="0" algn="ctr">
              <a:lnSpc>
                <a:spcPct val="100000"/>
              </a:lnSpc>
              <a:buFont typeface="Arial" panose="020B0604020202020204" pitchFamily="34" charset="0"/>
              <a:buNone/>
              <a:defRPr sz="2000" b="0" cap="none">
                <a:solidFill>
                  <a:schemeClr val="tx1"/>
                </a:solidFill>
                <a:latin typeface="+mn-lt"/>
              </a:defRPr>
            </a:lvl3pPr>
            <a:lvl4pPr marL="0" indent="0" algn="ctr">
              <a:lnSpc>
                <a:spcPct val="100000"/>
              </a:lnSpc>
              <a:buFont typeface="Arial" panose="020B0604020202020204" pitchFamily="34" charset="0"/>
              <a:buNone/>
              <a:defRPr sz="2000" b="0" cap="none">
                <a:solidFill>
                  <a:schemeClr val="tx1"/>
                </a:solidFill>
                <a:latin typeface="+mn-lt"/>
              </a:defRPr>
            </a:lvl4pPr>
            <a:lvl5pPr marL="0" indent="0" algn="ctr">
              <a:lnSpc>
                <a:spcPct val="100000"/>
              </a:lnSpc>
              <a:buFont typeface="Arial" panose="020B0604020202020204" pitchFamily="34" charset="0"/>
              <a:buNone/>
              <a:defRPr sz="2000" b="0" cap="none">
                <a:solidFill>
                  <a:schemeClr val="tx1"/>
                </a:solidFill>
                <a:latin typeface="+mn-lt"/>
              </a:defRPr>
            </a:lvl5pPr>
            <a:lvl6pPr marL="0" indent="0" algn="ctr">
              <a:lnSpc>
                <a:spcPct val="100000"/>
              </a:lnSpc>
              <a:buFont typeface="Arial" panose="020B0604020202020204" pitchFamily="34" charset="0"/>
              <a:buNone/>
              <a:defRPr sz="2000" b="0" cap="none">
                <a:solidFill>
                  <a:schemeClr val="tx1"/>
                </a:solidFill>
                <a:latin typeface="+mn-lt"/>
              </a:defRPr>
            </a:lvl6pPr>
            <a:lvl7pPr marL="0" indent="0" algn="ctr">
              <a:lnSpc>
                <a:spcPct val="100000"/>
              </a:lnSpc>
              <a:buFont typeface="Arial" panose="020B0604020202020204" pitchFamily="34" charset="0"/>
              <a:buNone/>
              <a:defRPr sz="2000" b="0" cap="none">
                <a:solidFill>
                  <a:schemeClr val="tx1"/>
                </a:solidFill>
                <a:latin typeface="+mn-lt"/>
              </a:defRPr>
            </a:lvl7pPr>
            <a:lvl8pPr marL="0" indent="0" algn="ctr">
              <a:lnSpc>
                <a:spcPct val="100000"/>
              </a:lnSpc>
              <a:buFont typeface="Arial" panose="020B0604020202020204" pitchFamily="34" charset="0"/>
              <a:buNone/>
              <a:defRPr sz="2000" b="0" cap="none">
                <a:solidFill>
                  <a:schemeClr val="tx1"/>
                </a:solidFill>
                <a:latin typeface="+mn-lt"/>
              </a:defRPr>
            </a:lvl8pPr>
            <a:lvl9pPr marL="0" indent="0" algn="ctr">
              <a:lnSpc>
                <a:spcPct val="100000"/>
              </a:lnSpc>
              <a:buFont typeface="Arial" panose="020B0604020202020204" pitchFamily="34" charset="0"/>
              <a:buNone/>
              <a:defRPr sz="2000" b="0" cap="none">
                <a:solidFill>
                  <a:schemeClr val="tx1"/>
                </a:solidFill>
                <a:latin typeface="+mn-lt"/>
              </a:defRPr>
            </a:lvl9pPr>
          </a:lstStyle>
          <a:p>
            <a:pPr lvl="0"/>
            <a:r>
              <a:rPr lang="de-DE"/>
              <a:t>Titel Vorname Nachname, Funktion</a:t>
            </a:r>
          </a:p>
        </p:txBody>
      </p:sp>
      <p:sp>
        <p:nvSpPr>
          <p:cNvPr id="12" name="Textfeld 11"/>
          <p:cNvSpPr txBox="1"/>
          <p:nvPr userDrawn="1"/>
        </p:nvSpPr>
        <p:spPr>
          <a:xfrm>
            <a:off x="754142" y="5461200"/>
            <a:ext cx="10686895" cy="324000"/>
          </a:xfrm>
          <a:prstGeom prst="rect">
            <a:avLst/>
          </a:prstGeom>
          <a:noFill/>
        </p:spPr>
        <p:txBody>
          <a:bodyPr wrap="square" lIns="0" tIns="0" rIns="0" bIns="0" rtlCol="0" anchor="ctr" anchorCtr="0">
            <a:noAutofit/>
          </a:bodyPr>
          <a:lstStyle/>
          <a:p>
            <a:pPr algn="ctr"/>
            <a:r>
              <a:rPr lang="en-US" sz="2000" b="1" u="none" noProof="0" err="1">
                <a:solidFill>
                  <a:schemeClr val="bg1"/>
                </a:solidFill>
                <a:latin typeface="+mj-lt"/>
              </a:rPr>
              <a:t>www.dhbw.de</a:t>
            </a:r>
            <a:endParaRPr lang="en-US" sz="2000" b="1" u="none" noProof="0">
              <a:solidFill>
                <a:schemeClr val="bg1"/>
              </a:solidFill>
              <a:latin typeface="+mj-lt"/>
            </a:endParaRPr>
          </a:p>
        </p:txBody>
      </p:sp>
      <p:sp>
        <p:nvSpPr>
          <p:cNvPr id="15" name="Textplatzhalter 14"/>
          <p:cNvSpPr>
            <a:spLocks noGrp="1"/>
          </p:cNvSpPr>
          <p:nvPr>
            <p:ph type="body" sz="quarter" idx="11" hasCustomPrompt="1"/>
          </p:nvPr>
        </p:nvSpPr>
        <p:spPr>
          <a:xfrm>
            <a:off x="753187" y="2124074"/>
            <a:ext cx="10686373" cy="1764000"/>
          </a:xfrm>
        </p:spPr>
        <p:txBody>
          <a:bodyPr/>
          <a:lstStyle>
            <a:lvl1pPr marL="0" indent="0" algn="ctr">
              <a:lnSpc>
                <a:spcPts val="4560"/>
              </a:lnSpc>
              <a:spcBef>
                <a:spcPts val="0"/>
              </a:spcBef>
              <a:buNone/>
              <a:defRPr sz="3800" b="1">
                <a:latin typeface="+mj-lt"/>
              </a:defRPr>
            </a:lvl1pPr>
            <a:lvl2pPr algn="ctr">
              <a:lnSpc>
                <a:spcPts val="4560"/>
              </a:lnSpc>
              <a:defRPr sz="2600" b="0" cap="none">
                <a:latin typeface="+mn-lt"/>
              </a:defRPr>
            </a:lvl2pPr>
            <a:lvl3pPr algn="ctr">
              <a:lnSpc>
                <a:spcPts val="4560"/>
              </a:lnSpc>
              <a:defRPr sz="2600" b="0" cap="none">
                <a:latin typeface="+mn-lt"/>
              </a:defRPr>
            </a:lvl3pPr>
            <a:lvl4pPr algn="ctr">
              <a:lnSpc>
                <a:spcPts val="4560"/>
              </a:lnSpc>
              <a:defRPr sz="2600" b="0" cap="none">
                <a:latin typeface="+mn-lt"/>
              </a:defRPr>
            </a:lvl4pPr>
            <a:lvl5pPr algn="ctr">
              <a:lnSpc>
                <a:spcPts val="4560"/>
              </a:lnSpc>
              <a:defRPr sz="2600" b="0" cap="none">
                <a:latin typeface="+mn-lt"/>
              </a:defRPr>
            </a:lvl5pPr>
            <a:lvl6pPr algn="ctr">
              <a:lnSpc>
                <a:spcPts val="4560"/>
              </a:lnSpc>
              <a:defRPr sz="2600" b="0" cap="none">
                <a:latin typeface="+mn-lt"/>
              </a:defRPr>
            </a:lvl6pPr>
            <a:lvl7pPr algn="ctr">
              <a:lnSpc>
                <a:spcPts val="4560"/>
              </a:lnSpc>
              <a:defRPr sz="2600" b="0" cap="none">
                <a:latin typeface="+mn-lt"/>
              </a:defRPr>
            </a:lvl7pPr>
            <a:lvl8pPr algn="ctr">
              <a:lnSpc>
                <a:spcPts val="4560"/>
              </a:lnSpc>
              <a:defRPr sz="2600" b="0" cap="none">
                <a:latin typeface="+mn-lt"/>
              </a:defRPr>
            </a:lvl8pPr>
            <a:lvl9pPr algn="ctr">
              <a:lnSpc>
                <a:spcPts val="4560"/>
              </a:lnSpc>
              <a:defRPr sz="2600" b="0" cap="none">
                <a:latin typeface="+mn-lt"/>
              </a:defRPr>
            </a:lvl9pPr>
          </a:lstStyle>
          <a:p>
            <a:pPr lvl="0"/>
            <a:r>
              <a:rPr lang="de-DE"/>
              <a:t>Titel der Präsentation</a:t>
            </a:r>
            <a:br>
              <a:rPr lang="de-DE"/>
            </a:br>
            <a:r>
              <a:rPr lang="de-DE"/>
              <a:t>2. Zeile: Start // Absatz // Listenebene erhöhen</a:t>
            </a:r>
          </a:p>
        </p:txBody>
      </p:sp>
      <p:grpSp>
        <p:nvGrpSpPr>
          <p:cNvPr id="34" name="Gruppieren 33"/>
          <p:cNvGrpSpPr/>
          <p:nvPr userDrawn="1"/>
        </p:nvGrpSpPr>
        <p:grpSpPr>
          <a:xfrm>
            <a:off x="-2348165" y="-468000"/>
            <a:ext cx="15565169" cy="7794001"/>
            <a:chOff x="-1908000" y="-468000"/>
            <a:chExt cx="12647460" cy="7794001"/>
          </a:xfrm>
        </p:grpSpPr>
        <p:grpSp>
          <p:nvGrpSpPr>
            <p:cNvPr id="35" name="Gruppieren 34"/>
            <p:cNvGrpSpPr/>
            <p:nvPr userDrawn="1"/>
          </p:nvGrpSpPr>
          <p:grpSpPr>
            <a:xfrm>
              <a:off x="612775" y="-468000"/>
              <a:ext cx="8683625" cy="360000"/>
              <a:chOff x="612775" y="-468000"/>
              <a:chExt cx="8683625" cy="360000"/>
            </a:xfrm>
          </p:grpSpPr>
          <p:cxnSp>
            <p:nvCxnSpPr>
              <p:cNvPr id="62" name="Gerade Verbindung 61"/>
              <p:cNvCxnSpPr/>
              <p:nvPr userDrawn="1"/>
            </p:nvCxnSpPr>
            <p:spPr>
              <a:xfrm>
                <a:off x="612775" y="-468000"/>
                <a:ext cx="0" cy="36000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63" name="Gerade Verbindung 62"/>
              <p:cNvCxnSpPr/>
              <p:nvPr userDrawn="1"/>
            </p:nvCxnSpPr>
            <p:spPr>
              <a:xfrm>
                <a:off x="9296400" y="-468000"/>
                <a:ext cx="0" cy="36000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64" name="Textfeld 63"/>
              <p:cNvSpPr txBox="1"/>
              <p:nvPr userDrawn="1"/>
            </p:nvSpPr>
            <p:spPr>
              <a:xfrm>
                <a:off x="684000" y="-468000"/>
                <a:ext cx="720000" cy="360000"/>
              </a:xfrm>
              <a:prstGeom prst="rect">
                <a:avLst/>
              </a:prstGeom>
              <a:noFill/>
            </p:spPr>
            <p:txBody>
              <a:bodyPr wrap="square" lIns="18000" tIns="0" rIns="0" bIns="0" rtlCol="0" anchor="b" anchorCtr="0">
                <a:noAutofit/>
              </a:bodyPr>
              <a:lstStyle/>
              <a:p>
                <a:r>
                  <a:rPr lang="de-DE" sz="1000">
                    <a:solidFill>
                      <a:schemeClr val="tx1">
                        <a:lumMod val="50000"/>
                      </a:schemeClr>
                    </a:solidFill>
                    <a:latin typeface="+mn-lt"/>
                  </a:rPr>
                  <a:t>12,06</a:t>
                </a:r>
              </a:p>
              <a:p>
                <a:r>
                  <a:rPr lang="de-DE" sz="1000">
                    <a:solidFill>
                      <a:schemeClr val="tx1">
                        <a:lumMod val="50000"/>
                      </a:schemeClr>
                    </a:solidFill>
                    <a:latin typeface="+mn-lt"/>
                  </a:rPr>
                  <a:t>01,70</a:t>
                </a:r>
                <a:r>
                  <a:rPr lang="de-DE" sz="1000" baseline="0">
                    <a:solidFill>
                      <a:schemeClr val="tx1">
                        <a:lumMod val="50000"/>
                      </a:schemeClr>
                    </a:solidFill>
                    <a:latin typeface="+mn-lt"/>
                  </a:rPr>
                  <a:t> cm</a:t>
                </a:r>
                <a:endParaRPr lang="de-DE" sz="1000">
                  <a:solidFill>
                    <a:schemeClr val="tx1">
                      <a:lumMod val="50000"/>
                    </a:schemeClr>
                  </a:solidFill>
                  <a:latin typeface="+mn-lt"/>
                </a:endParaRPr>
              </a:p>
            </p:txBody>
          </p:sp>
        </p:grpSp>
        <p:grpSp>
          <p:nvGrpSpPr>
            <p:cNvPr id="36" name="Gruppieren 35"/>
            <p:cNvGrpSpPr/>
            <p:nvPr userDrawn="1"/>
          </p:nvGrpSpPr>
          <p:grpSpPr>
            <a:xfrm>
              <a:off x="612775" y="6966000"/>
              <a:ext cx="8683625" cy="360000"/>
              <a:chOff x="612775" y="-468000"/>
              <a:chExt cx="8683625" cy="360000"/>
            </a:xfrm>
          </p:grpSpPr>
          <p:sp>
            <p:nvSpPr>
              <p:cNvPr id="58" name="Textfeld 57"/>
              <p:cNvSpPr txBox="1"/>
              <p:nvPr userDrawn="1"/>
            </p:nvSpPr>
            <p:spPr>
              <a:xfrm>
                <a:off x="8503200" y="-468000"/>
                <a:ext cx="720000" cy="360000"/>
              </a:xfrm>
              <a:prstGeom prst="rect">
                <a:avLst/>
              </a:prstGeom>
              <a:noFill/>
            </p:spPr>
            <p:txBody>
              <a:bodyPr wrap="square" lIns="0" tIns="0" rIns="18000" bIns="0" rtlCol="0" anchor="t" anchorCtr="0">
                <a:noAutofit/>
              </a:bodyPr>
              <a:lstStyle/>
              <a:p>
                <a:pPr marL="0" marR="0" indent="0" algn="r" defTabSz="958146"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cm 25,82</a:t>
                </a:r>
              </a:p>
              <a:p>
                <a:pPr marL="0" marR="0" indent="0" algn="r" defTabSz="958146"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12,06</a:t>
                </a:r>
              </a:p>
            </p:txBody>
          </p:sp>
          <p:cxnSp>
            <p:nvCxnSpPr>
              <p:cNvPr id="59" name="Gerade Verbindung 58"/>
              <p:cNvCxnSpPr/>
              <p:nvPr userDrawn="1"/>
            </p:nvCxnSpPr>
            <p:spPr>
              <a:xfrm>
                <a:off x="612775" y="-468000"/>
                <a:ext cx="0" cy="36000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60" name="Gerade Verbindung 59"/>
              <p:cNvCxnSpPr/>
              <p:nvPr userDrawn="1"/>
            </p:nvCxnSpPr>
            <p:spPr>
              <a:xfrm>
                <a:off x="9296400" y="-468000"/>
                <a:ext cx="0" cy="36000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61" name="Textfeld 60"/>
              <p:cNvSpPr txBox="1"/>
              <p:nvPr userDrawn="1"/>
            </p:nvSpPr>
            <p:spPr>
              <a:xfrm>
                <a:off x="684000" y="-468000"/>
                <a:ext cx="720000" cy="360000"/>
              </a:xfrm>
              <a:prstGeom prst="rect">
                <a:avLst/>
              </a:prstGeom>
              <a:noFill/>
            </p:spPr>
            <p:txBody>
              <a:bodyPr wrap="square" lIns="18000" tIns="0" rIns="0" bIns="0" rtlCol="0" anchor="t" anchorCtr="0">
                <a:noAutofit/>
              </a:bodyPr>
              <a:lstStyle/>
              <a:p>
                <a:pPr marL="0" marR="0" indent="0" algn="l" defTabSz="958146"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01,70</a:t>
                </a:r>
                <a:r>
                  <a:rPr lang="de-DE" sz="1000" baseline="0">
                    <a:solidFill>
                      <a:schemeClr val="tx1">
                        <a:lumMod val="50000"/>
                      </a:schemeClr>
                    </a:solidFill>
                    <a:latin typeface="+mn-lt"/>
                  </a:rPr>
                  <a:t> cm</a:t>
                </a:r>
              </a:p>
              <a:p>
                <a:pPr marL="0" marR="0" indent="0" algn="l" defTabSz="958146"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12,06</a:t>
                </a:r>
              </a:p>
            </p:txBody>
          </p:sp>
        </p:grpSp>
        <p:grpSp>
          <p:nvGrpSpPr>
            <p:cNvPr id="37" name="Gruppieren 36"/>
            <p:cNvGrpSpPr/>
            <p:nvPr userDrawn="1"/>
          </p:nvGrpSpPr>
          <p:grpSpPr>
            <a:xfrm>
              <a:off x="-1908000" y="-468000"/>
              <a:ext cx="12647460" cy="7794001"/>
              <a:chOff x="-1908000" y="-468000"/>
              <a:chExt cx="12647460" cy="7794001"/>
            </a:xfrm>
          </p:grpSpPr>
          <p:grpSp>
            <p:nvGrpSpPr>
              <p:cNvPr id="38" name="Gruppieren 37"/>
              <p:cNvGrpSpPr/>
              <p:nvPr userDrawn="1"/>
            </p:nvGrpSpPr>
            <p:grpSpPr>
              <a:xfrm>
                <a:off x="-1908000" y="-468000"/>
                <a:ext cx="11131200" cy="7794001"/>
                <a:chOff x="-1908000" y="-468000"/>
                <a:chExt cx="11131200" cy="7794001"/>
              </a:xfrm>
            </p:grpSpPr>
            <p:sp>
              <p:nvSpPr>
                <p:cNvPr id="48" name="Regieanweisung // Hilfslinien"/>
                <p:cNvSpPr txBox="1"/>
                <p:nvPr userDrawn="1"/>
              </p:nvSpPr>
              <p:spPr>
                <a:xfrm rot="10800000" flipH="1" flipV="1">
                  <a:off x="1404465" y="6966000"/>
                  <a:ext cx="7099200" cy="360001"/>
                </a:xfrm>
                <a:prstGeom prst="rect">
                  <a:avLst/>
                </a:prstGeom>
                <a:noFill/>
                <a:ln w="12700">
                  <a:noFill/>
                </a:ln>
              </p:spPr>
              <p:txBody>
                <a:bodyPr vert="horz" wrap="square" lIns="0" tIns="0" rIns="0" bIns="0" rtlCol="0" anchor="t"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ctr">
                    <a:lnSpc>
                      <a:spcPct val="100000"/>
                    </a:lnSpc>
                    <a:spcBef>
                      <a:spcPts val="0"/>
                    </a:spcBef>
                    <a:spcAft>
                      <a:spcPts val="0"/>
                    </a:spcAft>
                  </a:pPr>
                  <a:r>
                    <a:rPr lang="de-DE" sz="1000" b="0" baseline="0">
                      <a:solidFill>
                        <a:schemeClr val="tx1">
                          <a:lumMod val="50000"/>
                        </a:schemeClr>
                      </a:solidFill>
                      <a:latin typeface="+mn-lt"/>
                    </a:rPr>
                    <a:t>Hilfslinien anzeigen über Menu: </a:t>
                  </a:r>
                  <a:br>
                    <a:rPr lang="de-DE" sz="1000" b="0" baseline="0">
                      <a:solidFill>
                        <a:schemeClr val="tx1">
                          <a:lumMod val="50000"/>
                        </a:schemeClr>
                      </a:solidFill>
                      <a:latin typeface="+mn-lt"/>
                    </a:rPr>
                  </a:br>
                  <a:r>
                    <a:rPr lang="de-DE" sz="1000" b="1" baseline="0">
                      <a:solidFill>
                        <a:schemeClr val="tx1">
                          <a:lumMod val="50000"/>
                        </a:schemeClr>
                      </a:solidFill>
                      <a:latin typeface="+mn-lt"/>
                    </a:rPr>
                    <a:t>Ansicht</a:t>
                  </a:r>
                  <a:r>
                    <a:rPr lang="de-DE" sz="1000" b="0" baseline="0">
                      <a:solidFill>
                        <a:schemeClr val="tx1">
                          <a:lumMod val="50000"/>
                        </a:schemeClr>
                      </a:solidFill>
                      <a:latin typeface="+mn-lt"/>
                    </a:rPr>
                    <a:t> // </a:t>
                  </a:r>
                  <a:r>
                    <a:rPr lang="de-DE" sz="1000" b="1" baseline="0">
                      <a:solidFill>
                        <a:schemeClr val="tx1">
                          <a:lumMod val="50000"/>
                        </a:schemeClr>
                      </a:solidFill>
                      <a:latin typeface="+mn-lt"/>
                    </a:rPr>
                    <a:t>Anzeigen</a:t>
                  </a:r>
                  <a:r>
                    <a:rPr lang="de-DE" sz="1000" b="0" baseline="0">
                      <a:solidFill>
                        <a:schemeClr val="tx1">
                          <a:lumMod val="50000"/>
                        </a:schemeClr>
                      </a:solidFill>
                      <a:latin typeface="+mn-lt"/>
                    </a:rPr>
                    <a:t> // Haken bei </a:t>
                  </a:r>
                  <a:r>
                    <a:rPr lang="de-DE" sz="1000" b="1" baseline="0">
                      <a:solidFill>
                        <a:schemeClr val="tx1">
                          <a:lumMod val="50000"/>
                        </a:schemeClr>
                      </a:solidFill>
                      <a:latin typeface="+mn-lt"/>
                    </a:rPr>
                    <a:t>Führungslinien</a:t>
                  </a:r>
                  <a:r>
                    <a:rPr lang="de-DE" sz="1000" b="0" baseline="0">
                      <a:solidFill>
                        <a:schemeClr val="tx1">
                          <a:lumMod val="50000"/>
                        </a:schemeClr>
                      </a:solidFill>
                      <a:latin typeface="+mn-lt"/>
                    </a:rPr>
                    <a:t> setzten</a:t>
                  </a:r>
                </a:p>
              </p:txBody>
            </p:sp>
            <p:sp>
              <p:nvSpPr>
                <p:cNvPr id="49" name="Regieanweisung // Fußzeile"/>
                <p:cNvSpPr txBox="1"/>
                <p:nvPr userDrawn="1"/>
              </p:nvSpPr>
              <p:spPr>
                <a:xfrm rot="10800000" flipH="1" flipV="1">
                  <a:off x="1404000" y="-468000"/>
                  <a:ext cx="7819200" cy="360000"/>
                </a:xfrm>
                <a:prstGeom prst="rect">
                  <a:avLst/>
                </a:prstGeom>
                <a:noFill/>
                <a:ln w="12700">
                  <a:noFill/>
                </a:ln>
              </p:spPr>
              <p:txBody>
                <a:bodyPr vert="horz" wrap="square" lIns="18000" tIns="0" rIns="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de-DE" sz="1000" b="0" baseline="0">
                      <a:solidFill>
                        <a:schemeClr val="tx1">
                          <a:lumMod val="50000"/>
                        </a:schemeClr>
                      </a:solidFill>
                      <a:latin typeface="+mn-lt"/>
                    </a:rPr>
                    <a:t>Fußzeilenfeld pro Folie oder für alle/mehrere anpassen über Menü:</a:t>
                  </a:r>
                </a:p>
                <a:p>
                  <a:pPr indent="0" algn="r">
                    <a:lnSpc>
                      <a:spcPct val="100000"/>
                    </a:lnSpc>
                    <a:spcBef>
                      <a:spcPts val="0"/>
                    </a:spcBef>
                    <a:spcAft>
                      <a:spcPts val="0"/>
                    </a:spcAft>
                  </a:pPr>
                  <a:r>
                    <a:rPr lang="de-DE" sz="1000" b="1" baseline="0">
                      <a:solidFill>
                        <a:schemeClr val="tx1">
                          <a:lumMod val="50000"/>
                        </a:schemeClr>
                      </a:solidFill>
                      <a:latin typeface="+mn-lt"/>
                    </a:rPr>
                    <a:t>Einfügen</a:t>
                  </a:r>
                  <a:r>
                    <a:rPr lang="de-DE" sz="1000" b="0" baseline="0">
                      <a:solidFill>
                        <a:schemeClr val="tx1">
                          <a:lumMod val="50000"/>
                        </a:schemeClr>
                      </a:solidFill>
                      <a:latin typeface="+mn-lt"/>
                    </a:rPr>
                    <a:t> // </a:t>
                  </a:r>
                  <a:r>
                    <a:rPr lang="de-DE" sz="1000" b="1" baseline="0">
                      <a:solidFill>
                        <a:schemeClr val="tx1">
                          <a:lumMod val="50000"/>
                        </a:schemeClr>
                      </a:solidFill>
                      <a:latin typeface="+mn-lt"/>
                    </a:rPr>
                    <a:t>Text</a:t>
                  </a:r>
                  <a:r>
                    <a:rPr lang="de-DE" sz="1000" b="0" baseline="0">
                      <a:solidFill>
                        <a:schemeClr val="tx1">
                          <a:lumMod val="50000"/>
                        </a:schemeClr>
                      </a:solidFill>
                      <a:latin typeface="+mn-lt"/>
                    </a:rPr>
                    <a:t> // </a:t>
                  </a:r>
                  <a:r>
                    <a:rPr lang="de-DE" sz="1000" b="1" baseline="0">
                      <a:solidFill>
                        <a:schemeClr val="tx1">
                          <a:lumMod val="50000"/>
                        </a:schemeClr>
                      </a:solidFill>
                      <a:latin typeface="+mn-lt"/>
                    </a:rPr>
                    <a:t>Kopf- und Fußzeile</a:t>
                  </a:r>
                </a:p>
              </p:txBody>
            </p:sp>
            <p:grpSp>
              <p:nvGrpSpPr>
                <p:cNvPr id="50" name="Gruppieren 49"/>
                <p:cNvGrpSpPr/>
                <p:nvPr userDrawn="1"/>
              </p:nvGrpSpPr>
              <p:grpSpPr>
                <a:xfrm>
                  <a:off x="-1908000" y="0"/>
                  <a:ext cx="1800001" cy="3420000"/>
                  <a:chOff x="-1908000" y="0"/>
                  <a:chExt cx="1800001" cy="3420000"/>
                </a:xfrm>
              </p:grpSpPr>
              <p:sp>
                <p:nvSpPr>
                  <p:cNvPr id="51" name="Regieanweisung // Allgemein"/>
                  <p:cNvSpPr txBox="1"/>
                  <p:nvPr userDrawn="1"/>
                </p:nvSpPr>
                <p:spPr>
                  <a:xfrm rot="10800000" flipH="1" flipV="1">
                    <a:off x="-1908000" y="0"/>
                    <a:ext cx="1800000" cy="1260475"/>
                  </a:xfrm>
                  <a:prstGeom prst="rect">
                    <a:avLst/>
                  </a:prstGeom>
                  <a:noFill/>
                  <a:ln w="12700">
                    <a:noFill/>
                  </a:ln>
                </p:spPr>
                <p:txBody>
                  <a:bodyPr vert="horz" wrap="square" lIns="0" tIns="0" rIns="0" bIns="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de-DE" sz="1000" b="0" baseline="0">
                        <a:solidFill>
                          <a:schemeClr val="tx1">
                            <a:lumMod val="50000"/>
                          </a:schemeClr>
                        </a:solidFill>
                        <a:latin typeface="+mn-lt"/>
                      </a:rPr>
                      <a:t>Folie in Ursprungsform </a:t>
                    </a:r>
                  </a:p>
                  <a:p>
                    <a:pPr indent="0" algn="r">
                      <a:lnSpc>
                        <a:spcPct val="100000"/>
                      </a:lnSpc>
                      <a:spcBef>
                        <a:spcPts val="0"/>
                      </a:spcBef>
                      <a:spcAft>
                        <a:spcPts val="0"/>
                      </a:spcAft>
                    </a:pPr>
                    <a:r>
                      <a:rPr lang="de-DE" sz="1000" b="0" baseline="0">
                        <a:solidFill>
                          <a:schemeClr val="tx1">
                            <a:lumMod val="50000"/>
                          </a:schemeClr>
                        </a:solidFill>
                        <a:latin typeface="+mn-lt"/>
                      </a:rPr>
                      <a:t>bringen über Menu:</a:t>
                    </a:r>
                  </a:p>
                  <a:p>
                    <a:pPr indent="0" algn="r">
                      <a:lnSpc>
                        <a:spcPct val="100000"/>
                      </a:lnSpc>
                      <a:spcBef>
                        <a:spcPts val="0"/>
                      </a:spcBef>
                      <a:spcAft>
                        <a:spcPts val="0"/>
                      </a:spcAft>
                    </a:pPr>
                    <a:r>
                      <a:rPr lang="de-DE" sz="1000" b="1" baseline="0">
                        <a:solidFill>
                          <a:schemeClr val="tx1">
                            <a:lumMod val="50000"/>
                          </a:schemeClr>
                        </a:solidFill>
                        <a:latin typeface="+mn-lt"/>
                      </a:rPr>
                      <a:t>Start</a:t>
                    </a:r>
                    <a:r>
                      <a:rPr lang="de-DE" sz="1000" b="0" baseline="0">
                        <a:solidFill>
                          <a:schemeClr val="tx1">
                            <a:lumMod val="50000"/>
                          </a:schemeClr>
                        </a:solidFill>
                        <a:latin typeface="+mn-lt"/>
                      </a:rPr>
                      <a:t> // </a:t>
                    </a:r>
                    <a:r>
                      <a:rPr lang="de-DE" sz="1000" b="1" baseline="0">
                        <a:solidFill>
                          <a:schemeClr val="tx1">
                            <a:lumMod val="50000"/>
                          </a:schemeClr>
                        </a:solidFill>
                        <a:latin typeface="+mn-lt"/>
                      </a:rPr>
                      <a:t>Folien</a:t>
                    </a:r>
                    <a:r>
                      <a:rPr lang="de-DE" sz="1000" b="0" baseline="0">
                        <a:solidFill>
                          <a:schemeClr val="tx1">
                            <a:lumMod val="50000"/>
                          </a:schemeClr>
                        </a:solidFill>
                        <a:latin typeface="+mn-lt"/>
                      </a:rPr>
                      <a:t> // </a:t>
                    </a:r>
                    <a:r>
                      <a:rPr lang="de-DE" sz="1000" b="1" baseline="0">
                        <a:solidFill>
                          <a:schemeClr val="tx1">
                            <a:lumMod val="50000"/>
                          </a:schemeClr>
                        </a:solidFill>
                        <a:latin typeface="+mn-lt"/>
                      </a:rPr>
                      <a:t>Zurücksetzen</a:t>
                    </a:r>
                  </a:p>
                  <a:p>
                    <a:pPr indent="0" algn="r">
                      <a:lnSpc>
                        <a:spcPct val="100000"/>
                      </a:lnSpc>
                      <a:spcBef>
                        <a:spcPts val="900"/>
                      </a:spcBef>
                      <a:spcAft>
                        <a:spcPts val="0"/>
                      </a:spcAft>
                    </a:pPr>
                    <a:r>
                      <a:rPr lang="de-DE" sz="1000" b="0" baseline="0">
                        <a:solidFill>
                          <a:schemeClr val="tx1">
                            <a:lumMod val="50000"/>
                          </a:schemeClr>
                        </a:solidFill>
                        <a:latin typeface="+mn-lt"/>
                      </a:rPr>
                      <a:t>Wechsel des Folienlayouts </a:t>
                    </a:r>
                    <a:br>
                      <a:rPr lang="de-DE" sz="1000" b="0" baseline="0">
                        <a:solidFill>
                          <a:schemeClr val="tx1">
                            <a:lumMod val="50000"/>
                          </a:schemeClr>
                        </a:solidFill>
                        <a:latin typeface="+mn-lt"/>
                      </a:rPr>
                    </a:br>
                    <a:r>
                      <a:rPr lang="de-DE" sz="1000" b="0" baseline="0">
                        <a:solidFill>
                          <a:schemeClr val="tx1">
                            <a:lumMod val="50000"/>
                          </a:schemeClr>
                        </a:solidFill>
                        <a:latin typeface="+mn-lt"/>
                      </a:rPr>
                      <a:t>im Menü über:</a:t>
                    </a:r>
                  </a:p>
                  <a:p>
                    <a:pPr marL="0" marR="0" lvl="0" indent="0" algn="r" defTabSz="914349" rtl="0" eaLnBrk="1" fontAlgn="auto" latinLnBrk="0" hangingPunct="1">
                      <a:lnSpc>
                        <a:spcPct val="100000"/>
                      </a:lnSpc>
                      <a:spcBef>
                        <a:spcPts val="0"/>
                      </a:spcBef>
                      <a:spcAft>
                        <a:spcPts val="0"/>
                      </a:spcAft>
                      <a:buClrTx/>
                      <a:buSzTx/>
                      <a:buFontTx/>
                      <a:buNone/>
                      <a:tabLst/>
                      <a:defRPr/>
                    </a:pPr>
                    <a:r>
                      <a:rPr lang="de-DE" sz="1000" b="1" baseline="0">
                        <a:solidFill>
                          <a:schemeClr val="tx1">
                            <a:lumMod val="50000"/>
                          </a:schemeClr>
                        </a:solidFill>
                        <a:latin typeface="+mn-lt"/>
                      </a:rPr>
                      <a:t>Start</a:t>
                    </a:r>
                    <a:r>
                      <a:rPr lang="de-DE" sz="1000" b="0" baseline="0">
                        <a:solidFill>
                          <a:schemeClr val="tx1">
                            <a:lumMod val="50000"/>
                          </a:schemeClr>
                        </a:solidFill>
                        <a:latin typeface="+mn-lt"/>
                      </a:rPr>
                      <a:t> // </a:t>
                    </a:r>
                    <a:r>
                      <a:rPr lang="de-DE" sz="1000" b="1" baseline="0">
                        <a:solidFill>
                          <a:schemeClr val="tx1">
                            <a:lumMod val="50000"/>
                          </a:schemeClr>
                        </a:solidFill>
                        <a:latin typeface="+mn-lt"/>
                      </a:rPr>
                      <a:t>Folien</a:t>
                    </a:r>
                    <a:r>
                      <a:rPr lang="de-DE" sz="1000" b="0" baseline="0">
                        <a:solidFill>
                          <a:schemeClr val="tx1">
                            <a:lumMod val="50000"/>
                          </a:schemeClr>
                        </a:solidFill>
                        <a:latin typeface="+mn-lt"/>
                      </a:rPr>
                      <a:t> // </a:t>
                    </a:r>
                    <a:r>
                      <a:rPr lang="de-DE" sz="1000" b="1" baseline="0">
                        <a:solidFill>
                          <a:schemeClr val="tx1">
                            <a:lumMod val="50000"/>
                          </a:schemeClr>
                        </a:solidFill>
                        <a:latin typeface="+mn-lt"/>
                      </a:rPr>
                      <a:t>Layout</a:t>
                    </a:r>
                    <a:endParaRPr lang="de-DE" sz="1000" b="0" baseline="0">
                      <a:solidFill>
                        <a:schemeClr val="tx1">
                          <a:lumMod val="50000"/>
                        </a:schemeClr>
                      </a:solidFill>
                      <a:latin typeface="+mn-lt"/>
                    </a:endParaRPr>
                  </a:p>
                </p:txBody>
              </p:sp>
              <p:sp>
                <p:nvSpPr>
                  <p:cNvPr id="52" name="Regieanweisung // Listenebenen"/>
                  <p:cNvSpPr txBox="1"/>
                  <p:nvPr userDrawn="1"/>
                </p:nvSpPr>
                <p:spPr>
                  <a:xfrm rot="10800000" flipH="1" flipV="1">
                    <a:off x="-1908000" y="1800000"/>
                    <a:ext cx="1800000" cy="720000"/>
                  </a:xfrm>
                  <a:prstGeom prst="rect">
                    <a:avLst/>
                  </a:prstGeom>
                  <a:noFill/>
                  <a:ln w="12700">
                    <a:noFill/>
                  </a:ln>
                </p:spPr>
                <p:txBody>
                  <a:bodyPr vert="horz" wrap="square" lIns="0" tIns="18000" rIns="0" bIns="0" rtlCol="0" anchor="t"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900"/>
                      </a:spcBef>
                      <a:spcAft>
                        <a:spcPts val="0"/>
                      </a:spcAft>
                    </a:pPr>
                    <a:r>
                      <a:rPr lang="de-DE" sz="1000" b="0" baseline="0">
                        <a:solidFill>
                          <a:schemeClr val="tx1">
                            <a:lumMod val="50000"/>
                          </a:schemeClr>
                        </a:solidFill>
                        <a:latin typeface="+mn-lt"/>
                      </a:rPr>
                      <a:t>Wechsel der Textebene</a:t>
                    </a:r>
                    <a:br>
                      <a:rPr lang="de-DE" sz="1000" b="0" baseline="0">
                        <a:solidFill>
                          <a:schemeClr val="tx1">
                            <a:lumMod val="50000"/>
                          </a:schemeClr>
                        </a:solidFill>
                        <a:latin typeface="+mn-lt"/>
                      </a:rPr>
                    </a:br>
                    <a:r>
                      <a:rPr lang="de-DE" sz="1000" b="0" baseline="0">
                        <a:solidFill>
                          <a:schemeClr val="tx1">
                            <a:lumMod val="50000"/>
                          </a:schemeClr>
                        </a:solidFill>
                        <a:latin typeface="+mn-lt"/>
                      </a:rPr>
                      <a:t>im Menü über: </a:t>
                    </a:r>
                    <a:br>
                      <a:rPr lang="de-DE" sz="1000" b="0" baseline="0">
                        <a:solidFill>
                          <a:schemeClr val="tx1">
                            <a:lumMod val="50000"/>
                          </a:schemeClr>
                        </a:solidFill>
                        <a:latin typeface="+mn-lt"/>
                      </a:rPr>
                    </a:br>
                    <a:r>
                      <a:rPr lang="de-DE" sz="1000" b="1" baseline="0">
                        <a:solidFill>
                          <a:schemeClr val="tx1">
                            <a:lumMod val="50000"/>
                          </a:schemeClr>
                        </a:solidFill>
                        <a:latin typeface="+mn-lt"/>
                      </a:rPr>
                      <a:t>Start</a:t>
                    </a:r>
                    <a:r>
                      <a:rPr lang="de-DE" sz="1000" b="0" baseline="0">
                        <a:solidFill>
                          <a:schemeClr val="tx1">
                            <a:lumMod val="50000"/>
                          </a:schemeClr>
                        </a:solidFill>
                        <a:latin typeface="+mn-lt"/>
                      </a:rPr>
                      <a:t> // </a:t>
                    </a:r>
                    <a:r>
                      <a:rPr lang="de-DE" sz="1000" b="1" baseline="0">
                        <a:solidFill>
                          <a:schemeClr val="tx1">
                            <a:lumMod val="50000"/>
                          </a:schemeClr>
                        </a:solidFill>
                        <a:latin typeface="+mn-lt"/>
                      </a:rPr>
                      <a:t>Absatz</a:t>
                    </a:r>
                    <a:r>
                      <a:rPr lang="de-DE" sz="1000" b="0" baseline="0">
                        <a:solidFill>
                          <a:schemeClr val="tx1">
                            <a:lumMod val="50000"/>
                          </a:schemeClr>
                        </a:solidFill>
                        <a:latin typeface="+mn-lt"/>
                      </a:rPr>
                      <a:t> // </a:t>
                    </a:r>
                    <a:r>
                      <a:rPr lang="de-DE" sz="1000" b="1" baseline="0">
                        <a:solidFill>
                          <a:schemeClr val="tx1">
                            <a:lumMod val="50000"/>
                          </a:schemeClr>
                        </a:solidFill>
                        <a:latin typeface="+mn-lt"/>
                      </a:rPr>
                      <a:t>Listenebene </a:t>
                    </a:r>
                    <a:br>
                      <a:rPr lang="de-DE" sz="1000" b="1" baseline="0">
                        <a:solidFill>
                          <a:schemeClr val="tx1">
                            <a:lumMod val="50000"/>
                          </a:schemeClr>
                        </a:solidFill>
                        <a:latin typeface="+mn-lt"/>
                      </a:rPr>
                    </a:br>
                    <a:r>
                      <a:rPr lang="de-DE" sz="1000" b="1" baseline="0">
                        <a:solidFill>
                          <a:schemeClr val="tx1">
                            <a:lumMod val="50000"/>
                          </a:schemeClr>
                        </a:solidFill>
                        <a:latin typeface="+mn-lt"/>
                      </a:rPr>
                      <a:t>erhöhen/verringern</a:t>
                    </a:r>
                  </a:p>
                </p:txBody>
              </p:sp>
              <p:grpSp>
                <p:nvGrpSpPr>
                  <p:cNvPr id="53" name="Gruppieren 52"/>
                  <p:cNvGrpSpPr/>
                  <p:nvPr userDrawn="1"/>
                </p:nvGrpSpPr>
                <p:grpSpPr>
                  <a:xfrm>
                    <a:off x="-1800000" y="2628000"/>
                    <a:ext cx="1692001" cy="792000"/>
                    <a:chOff x="-1800000" y="2628000"/>
                    <a:chExt cx="1692001" cy="792000"/>
                  </a:xfrm>
                </p:grpSpPr>
                <p:sp>
                  <p:nvSpPr>
                    <p:cNvPr id="54" name="Listenebenen verringern"/>
                    <p:cNvSpPr txBox="1"/>
                    <p:nvPr userDrawn="1"/>
                  </p:nvSpPr>
                  <p:spPr>
                    <a:xfrm rot="10800000" flipH="1" flipV="1">
                      <a:off x="-1800000" y="3096000"/>
                      <a:ext cx="864000" cy="324000"/>
                    </a:xfrm>
                    <a:prstGeom prst="rect">
                      <a:avLst/>
                    </a:prstGeom>
                    <a:noFill/>
                    <a:ln w="12700">
                      <a:noFill/>
                    </a:ln>
                  </p:spPr>
                  <p:txBody>
                    <a:bodyPr vert="horz" wrap="square" lIns="0" tIns="0" rIns="0" bIns="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de-DE" sz="1000" b="0">
                          <a:solidFill>
                            <a:schemeClr val="tx1">
                              <a:lumMod val="50000"/>
                            </a:schemeClr>
                          </a:solidFill>
                          <a:latin typeface="+mn-lt"/>
                          <a:cs typeface="Arial" panose="020B0604020202020204" pitchFamily="34" charset="0"/>
                        </a:rPr>
                        <a:t>Listenebene verringern</a:t>
                      </a:r>
                    </a:p>
                  </p:txBody>
                </p:sp>
                <p:sp>
                  <p:nvSpPr>
                    <p:cNvPr id="55" name="Listenebenen erhöhen"/>
                    <p:cNvSpPr txBox="1"/>
                    <p:nvPr userDrawn="1"/>
                  </p:nvSpPr>
                  <p:spPr>
                    <a:xfrm rot="10800000" flipH="1" flipV="1">
                      <a:off x="-1800000" y="2628000"/>
                      <a:ext cx="864000" cy="324000"/>
                    </a:xfrm>
                    <a:prstGeom prst="rect">
                      <a:avLst/>
                    </a:prstGeom>
                    <a:noFill/>
                    <a:ln w="12700">
                      <a:noFill/>
                    </a:ln>
                  </p:spPr>
                  <p:txBody>
                    <a:bodyPr vert="horz" wrap="square" lIns="0" tIns="0" rIns="0" bIns="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de-DE" sz="1000" b="0">
                          <a:solidFill>
                            <a:schemeClr val="tx1">
                              <a:lumMod val="50000"/>
                            </a:schemeClr>
                          </a:solidFill>
                          <a:latin typeface="+mn-lt"/>
                          <a:cs typeface="Arial" panose="020B0604020202020204" pitchFamily="34" charset="0"/>
                        </a:rPr>
                        <a:t>Listenebene erhöhen</a:t>
                      </a:r>
                    </a:p>
                  </p:txBody>
                </p:sp>
                <p:pic>
                  <p:nvPicPr>
                    <p:cNvPr id="56" name="Bild Listenebenen erhöhe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0505" y="2628000"/>
                      <a:ext cx="742505" cy="3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7" name="Bild Listenebenen verringern"/>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50504" y="3096000"/>
                      <a:ext cx="742505" cy="3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grpSp>
          <p:grpSp>
            <p:nvGrpSpPr>
              <p:cNvPr id="39" name="Gruppieren 38"/>
              <p:cNvGrpSpPr/>
              <p:nvPr userDrawn="1"/>
            </p:nvGrpSpPr>
            <p:grpSpPr>
              <a:xfrm>
                <a:off x="10018800" y="1260475"/>
                <a:ext cx="720660" cy="4968875"/>
                <a:chOff x="9909175" y="1260475"/>
                <a:chExt cx="720660" cy="4968875"/>
              </a:xfrm>
            </p:grpSpPr>
            <p:cxnSp>
              <p:nvCxnSpPr>
                <p:cNvPr id="40" name="Gerade Verbindung 39"/>
                <p:cNvCxnSpPr/>
                <p:nvPr userDrawn="1"/>
              </p:nvCxnSpPr>
              <p:spPr>
                <a:xfrm>
                  <a:off x="9909175" y="2124075"/>
                  <a:ext cx="360000" cy="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41" name="Textfeld 40"/>
                <p:cNvSpPr txBox="1"/>
                <p:nvPr userDrawn="1"/>
              </p:nvSpPr>
              <p:spPr>
                <a:xfrm>
                  <a:off x="9909175" y="1296000"/>
                  <a:ext cx="720000" cy="360000"/>
                </a:xfrm>
                <a:prstGeom prst="rect">
                  <a:avLst/>
                </a:prstGeom>
                <a:noFill/>
              </p:spPr>
              <p:txBody>
                <a:bodyPr wrap="square" lIns="0" tIns="0" rIns="0" bIns="0" rtlCol="0" anchor="t" anchorCtr="0">
                  <a:noAutofit/>
                </a:bodyPr>
                <a:lstStyle/>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03,50 cm</a:t>
                  </a:r>
                </a:p>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06,02</a:t>
                  </a:r>
                </a:p>
              </p:txBody>
            </p:sp>
            <p:cxnSp>
              <p:nvCxnSpPr>
                <p:cNvPr id="42" name="Gerade Verbindung 41"/>
                <p:cNvCxnSpPr/>
                <p:nvPr userDrawn="1"/>
              </p:nvCxnSpPr>
              <p:spPr>
                <a:xfrm>
                  <a:off x="9909175" y="1260475"/>
                  <a:ext cx="360000" cy="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43" name="Textfeld 42"/>
                <p:cNvSpPr txBox="1"/>
                <p:nvPr userDrawn="1"/>
              </p:nvSpPr>
              <p:spPr>
                <a:xfrm>
                  <a:off x="9909175" y="1728000"/>
                  <a:ext cx="720000" cy="360000"/>
                </a:xfrm>
                <a:prstGeom prst="rect">
                  <a:avLst/>
                </a:prstGeom>
                <a:noFill/>
              </p:spPr>
              <p:txBody>
                <a:bodyPr wrap="square" lIns="0" tIns="0" rIns="0" bIns="0" rtlCol="0" anchor="b" anchorCtr="0">
                  <a:noAutofit/>
                </a:bodyPr>
                <a:lstStyle/>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03,62</a:t>
                  </a:r>
                </a:p>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05,90 cm</a:t>
                  </a:r>
                </a:p>
              </p:txBody>
            </p:sp>
            <p:sp>
              <p:nvSpPr>
                <p:cNvPr id="44" name="Textfeld 43"/>
                <p:cNvSpPr txBox="1"/>
                <p:nvPr userDrawn="1"/>
              </p:nvSpPr>
              <p:spPr>
                <a:xfrm>
                  <a:off x="9909175" y="2556000"/>
                  <a:ext cx="720000" cy="360000"/>
                </a:xfrm>
                <a:prstGeom prst="rect">
                  <a:avLst/>
                </a:prstGeom>
                <a:noFill/>
              </p:spPr>
              <p:txBody>
                <a:bodyPr wrap="square" lIns="0" tIns="0" rIns="0" bIns="0" rtlCol="0" anchor="t" anchorCtr="0">
                  <a:noAutofit/>
                </a:bodyPr>
                <a:lstStyle/>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07,10 cm</a:t>
                  </a:r>
                </a:p>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02,52</a:t>
                  </a:r>
                </a:p>
              </p:txBody>
            </p:sp>
            <p:cxnSp>
              <p:nvCxnSpPr>
                <p:cNvPr id="45" name="Gerade Verbindung 44"/>
                <p:cNvCxnSpPr/>
                <p:nvPr userDrawn="1"/>
              </p:nvCxnSpPr>
              <p:spPr>
                <a:xfrm>
                  <a:off x="9909175" y="2520950"/>
                  <a:ext cx="360000" cy="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46" name="Gerade Verbindung 45"/>
                <p:cNvCxnSpPr/>
                <p:nvPr userDrawn="1"/>
              </p:nvCxnSpPr>
              <p:spPr>
                <a:xfrm>
                  <a:off x="9909835" y="6229350"/>
                  <a:ext cx="360000" cy="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47" name="Textfeld 46"/>
                <p:cNvSpPr txBox="1"/>
                <p:nvPr userDrawn="1"/>
              </p:nvSpPr>
              <p:spPr>
                <a:xfrm>
                  <a:off x="9909835" y="5832000"/>
                  <a:ext cx="720000" cy="360000"/>
                </a:xfrm>
                <a:prstGeom prst="rect">
                  <a:avLst/>
                </a:prstGeom>
                <a:noFill/>
              </p:spPr>
              <p:txBody>
                <a:bodyPr wrap="square" lIns="0" tIns="0" rIns="0" bIns="0" rtlCol="0" anchor="b" anchorCtr="0">
                  <a:noAutofit/>
                </a:bodyPr>
                <a:lstStyle/>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07,78</a:t>
                  </a:r>
                </a:p>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17,30 cm</a:t>
                  </a:r>
                </a:p>
              </p:txBody>
            </p:sp>
          </p:grpSp>
        </p:grpSp>
      </p:grpSp>
      <p:pic>
        <p:nvPicPr>
          <p:cNvPr id="65" name="Picture 59" descr="DHBW_d_RV_WEB_150dpi"/>
          <p:cNvPicPr>
            <a:picLocks noChangeAspect="1" noChangeArrowheads="1"/>
          </p:cNvPicPr>
          <p:nvPr userDrawn="1"/>
        </p:nvPicPr>
        <p:blipFill>
          <a:blip r:embed="rId4" cstate="print">
            <a:extLst>
              <a:ext uri="{28A0092B-C50C-407E-A947-70E740481C1C}">
                <a14:useLocalDpi xmlns:a14="http://schemas.microsoft.com/office/drawing/2010/main"/>
              </a:ext>
            </a:extLst>
          </a:blip>
          <a:srcRect/>
          <a:stretch>
            <a:fillRect/>
          </a:stretch>
        </p:blipFill>
        <p:spPr bwMode="auto">
          <a:xfrm>
            <a:off x="360734" y="82900"/>
            <a:ext cx="1848227"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8497371"/>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mit Bild">
    <p:spTree>
      <p:nvGrpSpPr>
        <p:cNvPr id="1" name=""/>
        <p:cNvGrpSpPr/>
        <p:nvPr/>
      </p:nvGrpSpPr>
      <p:grpSpPr>
        <a:xfrm>
          <a:off x="0" y="0"/>
          <a:ext cx="0" cy="0"/>
          <a:chOff x="0" y="0"/>
          <a:chExt cx="0" cy="0"/>
        </a:xfrm>
      </p:grpSpPr>
      <p:sp>
        <p:nvSpPr>
          <p:cNvPr id="65" name="Bildplatzhalter 10"/>
          <p:cNvSpPr>
            <a:spLocks noGrp="1"/>
          </p:cNvSpPr>
          <p:nvPr>
            <p:ph type="pic" sz="quarter" idx="15" hasCustomPrompt="1"/>
          </p:nvPr>
        </p:nvSpPr>
        <p:spPr>
          <a:xfrm>
            <a:off x="2" y="1584000"/>
            <a:ext cx="12195175" cy="5275588"/>
          </a:xfrm>
          <a:solidFill>
            <a:schemeClr val="accent5"/>
          </a:solidFill>
        </p:spPr>
        <p:txBody>
          <a:bodyPr/>
          <a:lstStyle>
            <a:lvl1pPr marL="0" indent="0" algn="ctr">
              <a:lnSpc>
                <a:spcPct val="100000"/>
              </a:lnSpc>
              <a:buNone/>
              <a:defRPr sz="1200"/>
            </a:lvl1pPr>
          </a:lstStyle>
          <a:p>
            <a:br>
              <a:rPr lang="de-DE"/>
            </a:br>
            <a:br>
              <a:rPr lang="de-DE"/>
            </a:br>
            <a:br>
              <a:rPr lang="de-DE"/>
            </a:br>
            <a:br>
              <a:rPr lang="de-DE"/>
            </a:br>
            <a:br>
              <a:rPr lang="de-DE"/>
            </a:br>
            <a:br>
              <a:rPr lang="de-DE"/>
            </a:br>
            <a:br>
              <a:rPr lang="de-DE"/>
            </a:br>
            <a:br>
              <a:rPr lang="de-DE"/>
            </a:br>
            <a:br>
              <a:rPr lang="de-DE"/>
            </a:br>
            <a:br>
              <a:rPr lang="de-DE"/>
            </a:br>
            <a:br>
              <a:rPr lang="de-DE"/>
            </a:br>
            <a:r>
              <a:rPr lang="de-DE"/>
              <a:t>Bild einfügen</a:t>
            </a:r>
          </a:p>
        </p:txBody>
      </p:sp>
      <p:sp>
        <p:nvSpPr>
          <p:cNvPr id="4" name="Datumsplatzhalter 3"/>
          <p:cNvSpPr>
            <a:spLocks noGrp="1"/>
          </p:cNvSpPr>
          <p:nvPr>
            <p:ph type="dt" sz="half" idx="10"/>
          </p:nvPr>
        </p:nvSpPr>
        <p:spPr>
          <a:xfrm>
            <a:off x="753186" y="6405148"/>
            <a:ext cx="3101352" cy="216000"/>
          </a:xfrm>
        </p:spPr>
        <p:txBody>
          <a:bodyPr anchor="b" anchorCtr="0"/>
          <a:lstStyle>
            <a:lvl1pPr algn="l">
              <a:defRPr>
                <a:solidFill>
                  <a:schemeClr val="bg1"/>
                </a:solidFill>
              </a:defRPr>
            </a:lvl1pPr>
          </a:lstStyle>
          <a:p>
            <a:r>
              <a:rPr lang="de-DE"/>
              <a:t>Prof. Dr.-Ing. F. Leitner-Fischer / Daniel Stimac</a:t>
            </a:r>
          </a:p>
        </p:txBody>
      </p:sp>
      <p:sp>
        <p:nvSpPr>
          <p:cNvPr id="3" name="Untertitel 2"/>
          <p:cNvSpPr>
            <a:spLocks noGrp="1"/>
          </p:cNvSpPr>
          <p:nvPr>
            <p:ph type="subTitle" idx="1" hasCustomPrompt="1"/>
          </p:nvPr>
        </p:nvSpPr>
        <p:spPr>
          <a:xfrm>
            <a:off x="8462262" y="5904000"/>
            <a:ext cx="2978775" cy="720000"/>
          </a:xfrm>
        </p:spPr>
        <p:txBody>
          <a:bodyPr anchor="b" anchorCtr="0"/>
          <a:lstStyle>
            <a:lvl1pPr marL="0" indent="0" algn="l">
              <a:lnSpc>
                <a:spcPct val="100000"/>
              </a:lnSpc>
              <a:buFont typeface="Arial" panose="020B0604020202020204" pitchFamily="34" charset="0"/>
              <a:buNone/>
              <a:defRPr sz="1300" b="0" cap="none" baseline="0">
                <a:solidFill>
                  <a:schemeClr val="bg1"/>
                </a:solidFill>
                <a:latin typeface="+mn-lt"/>
              </a:defRPr>
            </a:lvl1pPr>
            <a:lvl2pPr marL="0" indent="0" algn="l">
              <a:lnSpc>
                <a:spcPct val="100000"/>
              </a:lnSpc>
              <a:buFont typeface="Arial" panose="020B0604020202020204" pitchFamily="34" charset="0"/>
              <a:buNone/>
              <a:defRPr sz="1300" b="0" cap="none">
                <a:solidFill>
                  <a:schemeClr val="bg1"/>
                </a:solidFill>
                <a:latin typeface="+mn-lt"/>
              </a:defRPr>
            </a:lvl2pPr>
            <a:lvl3pPr marL="0" indent="0" algn="l">
              <a:lnSpc>
                <a:spcPct val="100000"/>
              </a:lnSpc>
              <a:buFont typeface="Arial" panose="020B0604020202020204" pitchFamily="34" charset="0"/>
              <a:buNone/>
              <a:defRPr sz="1300" b="0" cap="none">
                <a:solidFill>
                  <a:schemeClr val="bg1"/>
                </a:solidFill>
                <a:latin typeface="+mn-lt"/>
              </a:defRPr>
            </a:lvl3pPr>
            <a:lvl4pPr marL="0" indent="0" algn="l">
              <a:lnSpc>
                <a:spcPct val="100000"/>
              </a:lnSpc>
              <a:buFont typeface="Arial" panose="020B0604020202020204" pitchFamily="34" charset="0"/>
              <a:buNone/>
              <a:defRPr sz="1300" b="0" cap="none">
                <a:solidFill>
                  <a:schemeClr val="bg1"/>
                </a:solidFill>
                <a:latin typeface="+mn-lt"/>
              </a:defRPr>
            </a:lvl4pPr>
            <a:lvl5pPr marL="0" indent="0" algn="l">
              <a:lnSpc>
                <a:spcPct val="100000"/>
              </a:lnSpc>
              <a:buFont typeface="Arial" panose="020B0604020202020204" pitchFamily="34" charset="0"/>
              <a:buNone/>
              <a:defRPr sz="1300" b="0" cap="none">
                <a:solidFill>
                  <a:schemeClr val="bg1"/>
                </a:solidFill>
                <a:latin typeface="+mn-lt"/>
              </a:defRPr>
            </a:lvl5pPr>
            <a:lvl6pPr marL="0" indent="0" algn="l">
              <a:lnSpc>
                <a:spcPct val="100000"/>
              </a:lnSpc>
              <a:buFont typeface="Arial" panose="020B0604020202020204" pitchFamily="34" charset="0"/>
              <a:buNone/>
              <a:defRPr sz="1300" b="0" cap="none">
                <a:solidFill>
                  <a:schemeClr val="bg1"/>
                </a:solidFill>
                <a:latin typeface="+mn-lt"/>
              </a:defRPr>
            </a:lvl6pPr>
            <a:lvl7pPr marL="0" indent="0" algn="l">
              <a:lnSpc>
                <a:spcPct val="100000"/>
              </a:lnSpc>
              <a:buFont typeface="Arial" panose="020B0604020202020204" pitchFamily="34" charset="0"/>
              <a:buNone/>
              <a:defRPr sz="1300" b="0" cap="none">
                <a:solidFill>
                  <a:schemeClr val="bg1"/>
                </a:solidFill>
                <a:latin typeface="+mn-lt"/>
              </a:defRPr>
            </a:lvl7pPr>
            <a:lvl8pPr marL="0" indent="0" algn="l">
              <a:lnSpc>
                <a:spcPct val="100000"/>
              </a:lnSpc>
              <a:buFont typeface="Arial" panose="020B0604020202020204" pitchFamily="34" charset="0"/>
              <a:buNone/>
              <a:defRPr sz="1300" b="0" cap="none">
                <a:solidFill>
                  <a:schemeClr val="bg1"/>
                </a:solidFill>
                <a:latin typeface="+mn-lt"/>
              </a:defRPr>
            </a:lvl8pPr>
            <a:lvl9pPr marL="0" indent="0" algn="l">
              <a:lnSpc>
                <a:spcPct val="100000"/>
              </a:lnSpc>
              <a:buFont typeface="Arial" panose="020B0604020202020204" pitchFamily="34" charset="0"/>
              <a:buNone/>
              <a:defRPr sz="1300" b="0" cap="none">
                <a:solidFill>
                  <a:schemeClr val="bg1"/>
                </a:solidFill>
                <a:latin typeface="+mn-lt"/>
              </a:defRPr>
            </a:lvl9pPr>
          </a:lstStyle>
          <a:p>
            <a:pPr lvl="0"/>
            <a:r>
              <a:rPr lang="de-DE"/>
              <a:t>Titel Vorname Nachname, </a:t>
            </a:r>
            <a:br>
              <a:rPr lang="de-DE"/>
            </a:br>
            <a:r>
              <a:rPr lang="de-DE"/>
              <a:t>Funktion</a:t>
            </a:r>
          </a:p>
        </p:txBody>
      </p:sp>
      <p:sp>
        <p:nvSpPr>
          <p:cNvPr id="15" name="Textplatzhalter 14"/>
          <p:cNvSpPr>
            <a:spLocks noGrp="1" noChangeAspect="1"/>
          </p:cNvSpPr>
          <p:nvPr>
            <p:ph type="body" sz="quarter" idx="11" hasCustomPrompt="1"/>
          </p:nvPr>
        </p:nvSpPr>
        <p:spPr>
          <a:xfrm>
            <a:off x="7443245" y="396000"/>
            <a:ext cx="4935580" cy="4010400"/>
          </a:xfrm>
          <a:prstGeom prst="ellipse">
            <a:avLst/>
          </a:prstGeom>
          <a:solidFill>
            <a:schemeClr val="accent2"/>
          </a:solidFill>
          <a:effectLst>
            <a:innerShdw blurRad="1270000">
              <a:prstClr val="black">
                <a:alpha val="15000"/>
              </a:prstClr>
            </a:innerShdw>
          </a:effectLst>
        </p:spPr>
        <p:txBody>
          <a:bodyPr wrap="none" lIns="0" tIns="540000"/>
          <a:lstStyle>
            <a:lvl1pPr marL="0" indent="0" algn="ctr">
              <a:lnSpc>
                <a:spcPts val="4200"/>
              </a:lnSpc>
              <a:spcBef>
                <a:spcPts val="0"/>
              </a:spcBef>
              <a:buNone/>
              <a:defRPr sz="3399" b="0" i="1" u="sng" baseline="0">
                <a:solidFill>
                  <a:schemeClr val="bg1"/>
                </a:solidFill>
                <a:latin typeface="+mj-lt"/>
              </a:defRPr>
            </a:lvl1pPr>
            <a:lvl2pPr marL="0" indent="0" algn="ctr">
              <a:lnSpc>
                <a:spcPts val="1900"/>
              </a:lnSpc>
              <a:spcBef>
                <a:spcPts val="1000"/>
              </a:spcBef>
              <a:buFont typeface="Arial" panose="020B0604020202020204" pitchFamily="34" charset="0"/>
              <a:buNone/>
              <a:defRPr sz="1500" b="0" cap="none">
                <a:solidFill>
                  <a:schemeClr val="bg1"/>
                </a:solidFill>
                <a:latin typeface="+mn-lt"/>
              </a:defRPr>
            </a:lvl2pPr>
            <a:lvl3pPr marL="0" indent="0" algn="ctr">
              <a:lnSpc>
                <a:spcPct val="100000"/>
              </a:lnSpc>
              <a:spcBef>
                <a:spcPts val="1000"/>
              </a:spcBef>
              <a:buFont typeface="Arial" panose="020B0604020202020204" pitchFamily="34" charset="0"/>
              <a:buNone/>
              <a:defRPr sz="1100" b="0" i="1" cap="none">
                <a:solidFill>
                  <a:schemeClr val="bg1"/>
                </a:solidFill>
                <a:latin typeface="+mn-lt"/>
              </a:defRPr>
            </a:lvl3pPr>
            <a:lvl4pPr marL="0" indent="0" algn="ctr">
              <a:lnSpc>
                <a:spcPts val="3000"/>
              </a:lnSpc>
              <a:spcBef>
                <a:spcPts val="0"/>
              </a:spcBef>
              <a:buFont typeface="Arial" panose="020B0604020202020204" pitchFamily="34" charset="0"/>
              <a:buNone/>
              <a:defRPr sz="1900" b="0" i="1" u="sng" cap="none">
                <a:solidFill>
                  <a:schemeClr val="bg1"/>
                </a:solidFill>
                <a:latin typeface="+mn-lt"/>
              </a:defRPr>
            </a:lvl4pPr>
            <a:lvl5pPr marL="0" indent="0" algn="ctr">
              <a:lnSpc>
                <a:spcPct val="100000"/>
              </a:lnSpc>
              <a:spcBef>
                <a:spcPts val="1000"/>
              </a:spcBef>
              <a:buNone/>
              <a:defRPr sz="1100" b="0" i="1" cap="none">
                <a:solidFill>
                  <a:schemeClr val="bg1"/>
                </a:solidFill>
                <a:latin typeface="+mn-lt"/>
              </a:defRPr>
            </a:lvl5pPr>
            <a:lvl6pPr marL="0" indent="0" algn="ctr">
              <a:lnSpc>
                <a:spcPct val="100000"/>
              </a:lnSpc>
              <a:spcBef>
                <a:spcPts val="1000"/>
              </a:spcBef>
              <a:buFont typeface="Arial" panose="020B0604020202020204" pitchFamily="34" charset="0"/>
              <a:buNone/>
              <a:defRPr sz="1100" b="0" i="1" cap="none">
                <a:solidFill>
                  <a:schemeClr val="bg1"/>
                </a:solidFill>
                <a:latin typeface="+mn-lt"/>
              </a:defRPr>
            </a:lvl6pPr>
            <a:lvl7pPr marL="0" indent="0" algn="ctr">
              <a:lnSpc>
                <a:spcPct val="100000"/>
              </a:lnSpc>
              <a:spcBef>
                <a:spcPts val="1000"/>
              </a:spcBef>
              <a:buFont typeface="Arial" panose="020B0604020202020204" pitchFamily="34" charset="0"/>
              <a:buNone/>
              <a:defRPr sz="1100" b="0" i="1" cap="none">
                <a:solidFill>
                  <a:schemeClr val="bg1"/>
                </a:solidFill>
                <a:latin typeface="+mn-lt"/>
              </a:defRPr>
            </a:lvl7pPr>
            <a:lvl8pPr marL="0" indent="0" algn="ctr">
              <a:lnSpc>
                <a:spcPct val="100000"/>
              </a:lnSpc>
              <a:spcBef>
                <a:spcPts val="1000"/>
              </a:spcBef>
              <a:buFont typeface="Arial" panose="020B0604020202020204" pitchFamily="34" charset="0"/>
              <a:buNone/>
              <a:defRPr sz="1100" b="0" i="1" cap="none">
                <a:solidFill>
                  <a:schemeClr val="bg1"/>
                </a:solidFill>
                <a:latin typeface="+mn-lt"/>
              </a:defRPr>
            </a:lvl8pPr>
            <a:lvl9pPr marL="0" indent="0" algn="ctr">
              <a:lnSpc>
                <a:spcPct val="100000"/>
              </a:lnSpc>
              <a:spcBef>
                <a:spcPts val="1000"/>
              </a:spcBef>
              <a:buFont typeface="Arial" panose="020B0604020202020204" pitchFamily="34" charset="0"/>
              <a:buNone/>
              <a:defRPr sz="1100" b="0" i="1" cap="none">
                <a:solidFill>
                  <a:schemeClr val="bg1"/>
                </a:solidFill>
                <a:latin typeface="+mn-lt"/>
              </a:defRPr>
            </a:lvl9pPr>
          </a:lstStyle>
          <a:p>
            <a:pPr lvl="0"/>
            <a:r>
              <a:rPr lang="de-DE"/>
              <a:t>Titel der </a:t>
            </a:r>
            <a:br>
              <a:rPr lang="de-DE"/>
            </a:br>
            <a:r>
              <a:rPr lang="de-DE"/>
              <a:t>Präsentation </a:t>
            </a:r>
            <a:br>
              <a:rPr lang="de-DE"/>
            </a:br>
            <a:r>
              <a:rPr lang="de-DE"/>
              <a:t>(Weitere: </a:t>
            </a:r>
            <a:br>
              <a:rPr lang="de-DE"/>
            </a:br>
            <a:r>
              <a:rPr lang="de-DE"/>
              <a:t>Listenebene </a:t>
            </a:r>
            <a:br>
              <a:rPr lang="de-DE"/>
            </a:br>
            <a:r>
              <a:rPr lang="de-DE"/>
              <a:t>erhöhen)</a:t>
            </a:r>
          </a:p>
        </p:txBody>
      </p:sp>
      <p:grpSp>
        <p:nvGrpSpPr>
          <p:cNvPr id="34" name="Gruppieren 33"/>
          <p:cNvGrpSpPr/>
          <p:nvPr userDrawn="1"/>
        </p:nvGrpSpPr>
        <p:grpSpPr>
          <a:xfrm>
            <a:off x="-2348165" y="-468000"/>
            <a:ext cx="15565169" cy="7794001"/>
            <a:chOff x="-1908000" y="-468000"/>
            <a:chExt cx="12647460" cy="7794001"/>
          </a:xfrm>
        </p:grpSpPr>
        <p:grpSp>
          <p:nvGrpSpPr>
            <p:cNvPr id="35" name="Gruppieren 34"/>
            <p:cNvGrpSpPr/>
            <p:nvPr userDrawn="1"/>
          </p:nvGrpSpPr>
          <p:grpSpPr>
            <a:xfrm>
              <a:off x="612775" y="-468000"/>
              <a:ext cx="8683625" cy="360000"/>
              <a:chOff x="612775" y="-468000"/>
              <a:chExt cx="8683625" cy="360000"/>
            </a:xfrm>
          </p:grpSpPr>
          <p:cxnSp>
            <p:nvCxnSpPr>
              <p:cNvPr id="62" name="Gerade Verbindung 61"/>
              <p:cNvCxnSpPr/>
              <p:nvPr userDrawn="1"/>
            </p:nvCxnSpPr>
            <p:spPr>
              <a:xfrm>
                <a:off x="612775" y="-468000"/>
                <a:ext cx="0" cy="36000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63" name="Gerade Verbindung 62"/>
              <p:cNvCxnSpPr/>
              <p:nvPr userDrawn="1"/>
            </p:nvCxnSpPr>
            <p:spPr>
              <a:xfrm>
                <a:off x="9296400" y="-468000"/>
                <a:ext cx="0" cy="36000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64" name="Textfeld 63"/>
              <p:cNvSpPr txBox="1"/>
              <p:nvPr userDrawn="1"/>
            </p:nvSpPr>
            <p:spPr>
              <a:xfrm>
                <a:off x="684000" y="-468000"/>
                <a:ext cx="720000" cy="360000"/>
              </a:xfrm>
              <a:prstGeom prst="rect">
                <a:avLst/>
              </a:prstGeom>
              <a:noFill/>
            </p:spPr>
            <p:txBody>
              <a:bodyPr wrap="square" lIns="18000" tIns="0" rIns="0" bIns="0" rtlCol="0" anchor="b" anchorCtr="0">
                <a:noAutofit/>
              </a:bodyPr>
              <a:lstStyle/>
              <a:p>
                <a:r>
                  <a:rPr lang="de-DE" sz="1000">
                    <a:solidFill>
                      <a:schemeClr val="tx1">
                        <a:lumMod val="50000"/>
                      </a:schemeClr>
                    </a:solidFill>
                    <a:latin typeface="+mn-lt"/>
                  </a:rPr>
                  <a:t>12,06</a:t>
                </a:r>
              </a:p>
              <a:p>
                <a:r>
                  <a:rPr lang="de-DE" sz="1000">
                    <a:solidFill>
                      <a:schemeClr val="tx1">
                        <a:lumMod val="50000"/>
                      </a:schemeClr>
                    </a:solidFill>
                    <a:latin typeface="+mn-lt"/>
                  </a:rPr>
                  <a:t>01,70</a:t>
                </a:r>
                <a:r>
                  <a:rPr lang="de-DE" sz="1000" baseline="0">
                    <a:solidFill>
                      <a:schemeClr val="tx1">
                        <a:lumMod val="50000"/>
                      </a:schemeClr>
                    </a:solidFill>
                    <a:latin typeface="+mn-lt"/>
                  </a:rPr>
                  <a:t> cm</a:t>
                </a:r>
                <a:endParaRPr lang="de-DE" sz="1000">
                  <a:solidFill>
                    <a:schemeClr val="tx1">
                      <a:lumMod val="50000"/>
                    </a:schemeClr>
                  </a:solidFill>
                  <a:latin typeface="+mn-lt"/>
                </a:endParaRPr>
              </a:p>
            </p:txBody>
          </p:sp>
        </p:grpSp>
        <p:grpSp>
          <p:nvGrpSpPr>
            <p:cNvPr id="36" name="Gruppieren 35"/>
            <p:cNvGrpSpPr/>
            <p:nvPr userDrawn="1"/>
          </p:nvGrpSpPr>
          <p:grpSpPr>
            <a:xfrm>
              <a:off x="612775" y="6966000"/>
              <a:ext cx="8683625" cy="360000"/>
              <a:chOff x="612775" y="-468000"/>
              <a:chExt cx="8683625" cy="360000"/>
            </a:xfrm>
          </p:grpSpPr>
          <p:sp>
            <p:nvSpPr>
              <p:cNvPr id="58" name="Textfeld 57"/>
              <p:cNvSpPr txBox="1"/>
              <p:nvPr userDrawn="1"/>
            </p:nvSpPr>
            <p:spPr>
              <a:xfrm>
                <a:off x="8503200" y="-468000"/>
                <a:ext cx="720000" cy="360000"/>
              </a:xfrm>
              <a:prstGeom prst="rect">
                <a:avLst/>
              </a:prstGeom>
              <a:noFill/>
            </p:spPr>
            <p:txBody>
              <a:bodyPr wrap="square" lIns="0" tIns="0" rIns="18000" bIns="0" rtlCol="0" anchor="t" anchorCtr="0">
                <a:noAutofit/>
              </a:bodyPr>
              <a:lstStyle/>
              <a:p>
                <a:pPr marL="0" marR="0" indent="0" algn="r" defTabSz="958146"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cm 25,82</a:t>
                </a:r>
              </a:p>
              <a:p>
                <a:pPr marL="0" marR="0" indent="0" algn="r" defTabSz="958146"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12,06</a:t>
                </a:r>
              </a:p>
            </p:txBody>
          </p:sp>
          <p:cxnSp>
            <p:nvCxnSpPr>
              <p:cNvPr id="59" name="Gerade Verbindung 58"/>
              <p:cNvCxnSpPr/>
              <p:nvPr userDrawn="1"/>
            </p:nvCxnSpPr>
            <p:spPr>
              <a:xfrm>
                <a:off x="612775" y="-468000"/>
                <a:ext cx="0" cy="36000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60" name="Gerade Verbindung 59"/>
              <p:cNvCxnSpPr/>
              <p:nvPr userDrawn="1"/>
            </p:nvCxnSpPr>
            <p:spPr>
              <a:xfrm>
                <a:off x="9296400" y="-468000"/>
                <a:ext cx="0" cy="36000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61" name="Textfeld 60"/>
              <p:cNvSpPr txBox="1"/>
              <p:nvPr userDrawn="1"/>
            </p:nvSpPr>
            <p:spPr>
              <a:xfrm>
                <a:off x="684000" y="-468000"/>
                <a:ext cx="720000" cy="360000"/>
              </a:xfrm>
              <a:prstGeom prst="rect">
                <a:avLst/>
              </a:prstGeom>
              <a:noFill/>
            </p:spPr>
            <p:txBody>
              <a:bodyPr wrap="square" lIns="18000" tIns="0" rIns="0" bIns="0" rtlCol="0" anchor="t" anchorCtr="0">
                <a:noAutofit/>
              </a:bodyPr>
              <a:lstStyle/>
              <a:p>
                <a:pPr marL="0" marR="0" indent="0" algn="l" defTabSz="958146"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01,70</a:t>
                </a:r>
                <a:r>
                  <a:rPr lang="de-DE" sz="1000" baseline="0">
                    <a:solidFill>
                      <a:schemeClr val="tx1">
                        <a:lumMod val="50000"/>
                      </a:schemeClr>
                    </a:solidFill>
                    <a:latin typeface="+mn-lt"/>
                  </a:rPr>
                  <a:t> cm</a:t>
                </a:r>
              </a:p>
              <a:p>
                <a:pPr marL="0" marR="0" indent="0" algn="l" defTabSz="958146"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12,06</a:t>
                </a:r>
              </a:p>
            </p:txBody>
          </p:sp>
        </p:grpSp>
        <p:grpSp>
          <p:nvGrpSpPr>
            <p:cNvPr id="37" name="Gruppieren 36"/>
            <p:cNvGrpSpPr/>
            <p:nvPr userDrawn="1"/>
          </p:nvGrpSpPr>
          <p:grpSpPr>
            <a:xfrm>
              <a:off x="-1908000" y="-468000"/>
              <a:ext cx="12647460" cy="7794001"/>
              <a:chOff x="-1908000" y="-468000"/>
              <a:chExt cx="12647460" cy="7794001"/>
            </a:xfrm>
          </p:grpSpPr>
          <p:grpSp>
            <p:nvGrpSpPr>
              <p:cNvPr id="38" name="Gruppieren 37"/>
              <p:cNvGrpSpPr/>
              <p:nvPr userDrawn="1"/>
            </p:nvGrpSpPr>
            <p:grpSpPr>
              <a:xfrm>
                <a:off x="-1908000" y="-468000"/>
                <a:ext cx="11131200" cy="7794001"/>
                <a:chOff x="-1908000" y="-468000"/>
                <a:chExt cx="11131200" cy="7794001"/>
              </a:xfrm>
            </p:grpSpPr>
            <p:sp>
              <p:nvSpPr>
                <p:cNvPr id="48" name="Regieanweisung // Hilfslinien"/>
                <p:cNvSpPr txBox="1"/>
                <p:nvPr userDrawn="1"/>
              </p:nvSpPr>
              <p:spPr>
                <a:xfrm rot="10800000" flipH="1" flipV="1">
                  <a:off x="1404465" y="6966000"/>
                  <a:ext cx="7099200" cy="360001"/>
                </a:xfrm>
                <a:prstGeom prst="rect">
                  <a:avLst/>
                </a:prstGeom>
                <a:noFill/>
                <a:ln w="12700">
                  <a:noFill/>
                </a:ln>
              </p:spPr>
              <p:txBody>
                <a:bodyPr vert="horz" wrap="square" lIns="0" tIns="0" rIns="0" bIns="0" rtlCol="0" anchor="t"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ctr">
                    <a:lnSpc>
                      <a:spcPct val="100000"/>
                    </a:lnSpc>
                    <a:spcBef>
                      <a:spcPts val="0"/>
                    </a:spcBef>
                    <a:spcAft>
                      <a:spcPts val="0"/>
                    </a:spcAft>
                  </a:pPr>
                  <a:r>
                    <a:rPr lang="de-DE" sz="1000" b="0" baseline="0">
                      <a:solidFill>
                        <a:schemeClr val="tx1">
                          <a:lumMod val="50000"/>
                        </a:schemeClr>
                      </a:solidFill>
                      <a:latin typeface="+mn-lt"/>
                    </a:rPr>
                    <a:t>Hilfslinien anzeigen über Menu: </a:t>
                  </a:r>
                  <a:br>
                    <a:rPr lang="de-DE" sz="1000" b="0" baseline="0">
                      <a:solidFill>
                        <a:schemeClr val="tx1">
                          <a:lumMod val="50000"/>
                        </a:schemeClr>
                      </a:solidFill>
                      <a:latin typeface="+mn-lt"/>
                    </a:rPr>
                  </a:br>
                  <a:r>
                    <a:rPr lang="de-DE" sz="1000" b="1" baseline="0">
                      <a:solidFill>
                        <a:schemeClr val="tx1">
                          <a:lumMod val="50000"/>
                        </a:schemeClr>
                      </a:solidFill>
                      <a:latin typeface="+mn-lt"/>
                    </a:rPr>
                    <a:t>Ansicht</a:t>
                  </a:r>
                  <a:r>
                    <a:rPr lang="de-DE" sz="1000" b="0" baseline="0">
                      <a:solidFill>
                        <a:schemeClr val="tx1">
                          <a:lumMod val="50000"/>
                        </a:schemeClr>
                      </a:solidFill>
                      <a:latin typeface="+mn-lt"/>
                    </a:rPr>
                    <a:t> // </a:t>
                  </a:r>
                  <a:r>
                    <a:rPr lang="de-DE" sz="1000" b="1" baseline="0">
                      <a:solidFill>
                        <a:schemeClr val="tx1">
                          <a:lumMod val="50000"/>
                        </a:schemeClr>
                      </a:solidFill>
                      <a:latin typeface="+mn-lt"/>
                    </a:rPr>
                    <a:t>Anzeigen</a:t>
                  </a:r>
                  <a:r>
                    <a:rPr lang="de-DE" sz="1000" b="0" baseline="0">
                      <a:solidFill>
                        <a:schemeClr val="tx1">
                          <a:lumMod val="50000"/>
                        </a:schemeClr>
                      </a:solidFill>
                      <a:latin typeface="+mn-lt"/>
                    </a:rPr>
                    <a:t> // Haken bei </a:t>
                  </a:r>
                  <a:r>
                    <a:rPr lang="de-DE" sz="1000" b="1" baseline="0">
                      <a:solidFill>
                        <a:schemeClr val="tx1">
                          <a:lumMod val="50000"/>
                        </a:schemeClr>
                      </a:solidFill>
                      <a:latin typeface="+mn-lt"/>
                    </a:rPr>
                    <a:t>Führungslinien</a:t>
                  </a:r>
                  <a:r>
                    <a:rPr lang="de-DE" sz="1000" b="0" baseline="0">
                      <a:solidFill>
                        <a:schemeClr val="tx1">
                          <a:lumMod val="50000"/>
                        </a:schemeClr>
                      </a:solidFill>
                      <a:latin typeface="+mn-lt"/>
                    </a:rPr>
                    <a:t> setzten</a:t>
                  </a:r>
                </a:p>
              </p:txBody>
            </p:sp>
            <p:sp>
              <p:nvSpPr>
                <p:cNvPr id="49" name="Regieanweisung // Fußzeile"/>
                <p:cNvSpPr txBox="1"/>
                <p:nvPr userDrawn="1"/>
              </p:nvSpPr>
              <p:spPr>
                <a:xfrm rot="10800000" flipH="1" flipV="1">
                  <a:off x="1404000" y="-468000"/>
                  <a:ext cx="7819200" cy="360000"/>
                </a:xfrm>
                <a:prstGeom prst="rect">
                  <a:avLst/>
                </a:prstGeom>
                <a:noFill/>
                <a:ln w="12700">
                  <a:noFill/>
                </a:ln>
              </p:spPr>
              <p:txBody>
                <a:bodyPr vert="horz" wrap="square" lIns="18000" tIns="0" rIns="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de-DE" sz="1000" b="0" baseline="0">
                      <a:solidFill>
                        <a:schemeClr val="tx1">
                          <a:lumMod val="50000"/>
                        </a:schemeClr>
                      </a:solidFill>
                      <a:latin typeface="+mn-lt"/>
                    </a:rPr>
                    <a:t>Fußzeilenfeld pro Folie oder für alle/mehrere anpassen über Menü:</a:t>
                  </a:r>
                </a:p>
                <a:p>
                  <a:pPr indent="0" algn="r">
                    <a:lnSpc>
                      <a:spcPct val="100000"/>
                    </a:lnSpc>
                    <a:spcBef>
                      <a:spcPts val="0"/>
                    </a:spcBef>
                    <a:spcAft>
                      <a:spcPts val="0"/>
                    </a:spcAft>
                  </a:pPr>
                  <a:r>
                    <a:rPr lang="de-DE" sz="1000" b="1" baseline="0">
                      <a:solidFill>
                        <a:schemeClr val="tx1">
                          <a:lumMod val="50000"/>
                        </a:schemeClr>
                      </a:solidFill>
                      <a:latin typeface="+mn-lt"/>
                    </a:rPr>
                    <a:t>Einfügen</a:t>
                  </a:r>
                  <a:r>
                    <a:rPr lang="de-DE" sz="1000" b="0" baseline="0">
                      <a:solidFill>
                        <a:schemeClr val="tx1">
                          <a:lumMod val="50000"/>
                        </a:schemeClr>
                      </a:solidFill>
                      <a:latin typeface="+mn-lt"/>
                    </a:rPr>
                    <a:t> // </a:t>
                  </a:r>
                  <a:r>
                    <a:rPr lang="de-DE" sz="1000" b="1" baseline="0">
                      <a:solidFill>
                        <a:schemeClr val="tx1">
                          <a:lumMod val="50000"/>
                        </a:schemeClr>
                      </a:solidFill>
                      <a:latin typeface="+mn-lt"/>
                    </a:rPr>
                    <a:t>Text</a:t>
                  </a:r>
                  <a:r>
                    <a:rPr lang="de-DE" sz="1000" b="0" baseline="0">
                      <a:solidFill>
                        <a:schemeClr val="tx1">
                          <a:lumMod val="50000"/>
                        </a:schemeClr>
                      </a:solidFill>
                      <a:latin typeface="+mn-lt"/>
                    </a:rPr>
                    <a:t> // </a:t>
                  </a:r>
                  <a:r>
                    <a:rPr lang="de-DE" sz="1000" b="1" baseline="0">
                      <a:solidFill>
                        <a:schemeClr val="tx1">
                          <a:lumMod val="50000"/>
                        </a:schemeClr>
                      </a:solidFill>
                      <a:latin typeface="+mn-lt"/>
                    </a:rPr>
                    <a:t>Kopf- und Fußzeile</a:t>
                  </a:r>
                </a:p>
              </p:txBody>
            </p:sp>
            <p:grpSp>
              <p:nvGrpSpPr>
                <p:cNvPr id="50" name="Gruppieren 49"/>
                <p:cNvGrpSpPr/>
                <p:nvPr userDrawn="1"/>
              </p:nvGrpSpPr>
              <p:grpSpPr>
                <a:xfrm>
                  <a:off x="-1908000" y="0"/>
                  <a:ext cx="1800001" cy="3420000"/>
                  <a:chOff x="-1908000" y="0"/>
                  <a:chExt cx="1800001" cy="3420000"/>
                </a:xfrm>
              </p:grpSpPr>
              <p:sp>
                <p:nvSpPr>
                  <p:cNvPr id="51" name="Regieanweisung // Allgemein"/>
                  <p:cNvSpPr txBox="1"/>
                  <p:nvPr userDrawn="1"/>
                </p:nvSpPr>
                <p:spPr>
                  <a:xfrm rot="10800000" flipH="1" flipV="1">
                    <a:off x="-1908000" y="0"/>
                    <a:ext cx="1800000" cy="1260475"/>
                  </a:xfrm>
                  <a:prstGeom prst="rect">
                    <a:avLst/>
                  </a:prstGeom>
                  <a:noFill/>
                  <a:ln w="12700">
                    <a:noFill/>
                  </a:ln>
                </p:spPr>
                <p:txBody>
                  <a:bodyPr vert="horz" wrap="square" lIns="0" tIns="0" rIns="0" bIns="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de-DE" sz="1000" b="0" baseline="0">
                        <a:solidFill>
                          <a:schemeClr val="tx1">
                            <a:lumMod val="50000"/>
                          </a:schemeClr>
                        </a:solidFill>
                        <a:latin typeface="+mn-lt"/>
                      </a:rPr>
                      <a:t>Folie in Ursprungsform </a:t>
                    </a:r>
                  </a:p>
                  <a:p>
                    <a:pPr indent="0" algn="r">
                      <a:lnSpc>
                        <a:spcPct val="100000"/>
                      </a:lnSpc>
                      <a:spcBef>
                        <a:spcPts val="0"/>
                      </a:spcBef>
                      <a:spcAft>
                        <a:spcPts val="0"/>
                      </a:spcAft>
                    </a:pPr>
                    <a:r>
                      <a:rPr lang="de-DE" sz="1000" b="0" baseline="0">
                        <a:solidFill>
                          <a:schemeClr val="tx1">
                            <a:lumMod val="50000"/>
                          </a:schemeClr>
                        </a:solidFill>
                        <a:latin typeface="+mn-lt"/>
                      </a:rPr>
                      <a:t>bringen über Menu:</a:t>
                    </a:r>
                  </a:p>
                  <a:p>
                    <a:pPr indent="0" algn="r">
                      <a:lnSpc>
                        <a:spcPct val="100000"/>
                      </a:lnSpc>
                      <a:spcBef>
                        <a:spcPts val="0"/>
                      </a:spcBef>
                      <a:spcAft>
                        <a:spcPts val="0"/>
                      </a:spcAft>
                    </a:pPr>
                    <a:r>
                      <a:rPr lang="de-DE" sz="1000" b="1" baseline="0">
                        <a:solidFill>
                          <a:schemeClr val="tx1">
                            <a:lumMod val="50000"/>
                          </a:schemeClr>
                        </a:solidFill>
                        <a:latin typeface="+mn-lt"/>
                      </a:rPr>
                      <a:t>Start</a:t>
                    </a:r>
                    <a:r>
                      <a:rPr lang="de-DE" sz="1000" b="0" baseline="0">
                        <a:solidFill>
                          <a:schemeClr val="tx1">
                            <a:lumMod val="50000"/>
                          </a:schemeClr>
                        </a:solidFill>
                        <a:latin typeface="+mn-lt"/>
                      </a:rPr>
                      <a:t> // </a:t>
                    </a:r>
                    <a:r>
                      <a:rPr lang="de-DE" sz="1000" b="1" baseline="0">
                        <a:solidFill>
                          <a:schemeClr val="tx1">
                            <a:lumMod val="50000"/>
                          </a:schemeClr>
                        </a:solidFill>
                        <a:latin typeface="+mn-lt"/>
                      </a:rPr>
                      <a:t>Folien</a:t>
                    </a:r>
                    <a:r>
                      <a:rPr lang="de-DE" sz="1000" b="0" baseline="0">
                        <a:solidFill>
                          <a:schemeClr val="tx1">
                            <a:lumMod val="50000"/>
                          </a:schemeClr>
                        </a:solidFill>
                        <a:latin typeface="+mn-lt"/>
                      </a:rPr>
                      <a:t> // </a:t>
                    </a:r>
                    <a:r>
                      <a:rPr lang="de-DE" sz="1000" b="1" baseline="0">
                        <a:solidFill>
                          <a:schemeClr val="tx1">
                            <a:lumMod val="50000"/>
                          </a:schemeClr>
                        </a:solidFill>
                        <a:latin typeface="+mn-lt"/>
                      </a:rPr>
                      <a:t>Zurücksetzen</a:t>
                    </a:r>
                  </a:p>
                  <a:p>
                    <a:pPr indent="0" algn="r">
                      <a:lnSpc>
                        <a:spcPct val="100000"/>
                      </a:lnSpc>
                      <a:spcBef>
                        <a:spcPts val="900"/>
                      </a:spcBef>
                      <a:spcAft>
                        <a:spcPts val="0"/>
                      </a:spcAft>
                    </a:pPr>
                    <a:r>
                      <a:rPr lang="de-DE" sz="1000" b="0" baseline="0">
                        <a:solidFill>
                          <a:schemeClr val="tx1">
                            <a:lumMod val="50000"/>
                          </a:schemeClr>
                        </a:solidFill>
                        <a:latin typeface="+mn-lt"/>
                      </a:rPr>
                      <a:t>Wechsel des Folienlayouts </a:t>
                    </a:r>
                    <a:br>
                      <a:rPr lang="de-DE" sz="1000" b="0" baseline="0">
                        <a:solidFill>
                          <a:schemeClr val="tx1">
                            <a:lumMod val="50000"/>
                          </a:schemeClr>
                        </a:solidFill>
                        <a:latin typeface="+mn-lt"/>
                      </a:rPr>
                    </a:br>
                    <a:r>
                      <a:rPr lang="de-DE" sz="1000" b="0" baseline="0">
                        <a:solidFill>
                          <a:schemeClr val="tx1">
                            <a:lumMod val="50000"/>
                          </a:schemeClr>
                        </a:solidFill>
                        <a:latin typeface="+mn-lt"/>
                      </a:rPr>
                      <a:t>im Menü über:</a:t>
                    </a:r>
                  </a:p>
                  <a:p>
                    <a:pPr marL="0" marR="0" lvl="0" indent="0" algn="r" defTabSz="914349" rtl="0" eaLnBrk="1" fontAlgn="auto" latinLnBrk="0" hangingPunct="1">
                      <a:lnSpc>
                        <a:spcPct val="100000"/>
                      </a:lnSpc>
                      <a:spcBef>
                        <a:spcPts val="0"/>
                      </a:spcBef>
                      <a:spcAft>
                        <a:spcPts val="0"/>
                      </a:spcAft>
                      <a:buClrTx/>
                      <a:buSzTx/>
                      <a:buFontTx/>
                      <a:buNone/>
                      <a:tabLst/>
                      <a:defRPr/>
                    </a:pPr>
                    <a:r>
                      <a:rPr lang="de-DE" sz="1000" b="1" baseline="0">
                        <a:solidFill>
                          <a:schemeClr val="tx1">
                            <a:lumMod val="50000"/>
                          </a:schemeClr>
                        </a:solidFill>
                        <a:latin typeface="+mn-lt"/>
                      </a:rPr>
                      <a:t>Start</a:t>
                    </a:r>
                    <a:r>
                      <a:rPr lang="de-DE" sz="1000" b="0" baseline="0">
                        <a:solidFill>
                          <a:schemeClr val="tx1">
                            <a:lumMod val="50000"/>
                          </a:schemeClr>
                        </a:solidFill>
                        <a:latin typeface="+mn-lt"/>
                      </a:rPr>
                      <a:t> // </a:t>
                    </a:r>
                    <a:r>
                      <a:rPr lang="de-DE" sz="1000" b="1" baseline="0">
                        <a:solidFill>
                          <a:schemeClr val="tx1">
                            <a:lumMod val="50000"/>
                          </a:schemeClr>
                        </a:solidFill>
                        <a:latin typeface="+mn-lt"/>
                      </a:rPr>
                      <a:t>Folien</a:t>
                    </a:r>
                    <a:r>
                      <a:rPr lang="de-DE" sz="1000" b="0" baseline="0">
                        <a:solidFill>
                          <a:schemeClr val="tx1">
                            <a:lumMod val="50000"/>
                          </a:schemeClr>
                        </a:solidFill>
                        <a:latin typeface="+mn-lt"/>
                      </a:rPr>
                      <a:t> // </a:t>
                    </a:r>
                    <a:r>
                      <a:rPr lang="de-DE" sz="1000" b="1" baseline="0">
                        <a:solidFill>
                          <a:schemeClr val="tx1">
                            <a:lumMod val="50000"/>
                          </a:schemeClr>
                        </a:solidFill>
                        <a:latin typeface="+mn-lt"/>
                      </a:rPr>
                      <a:t>Layout</a:t>
                    </a:r>
                    <a:endParaRPr lang="de-DE" sz="1000" b="0" baseline="0">
                      <a:solidFill>
                        <a:schemeClr val="tx1">
                          <a:lumMod val="50000"/>
                        </a:schemeClr>
                      </a:solidFill>
                      <a:latin typeface="+mn-lt"/>
                    </a:endParaRPr>
                  </a:p>
                </p:txBody>
              </p:sp>
              <p:sp>
                <p:nvSpPr>
                  <p:cNvPr id="52" name="Regieanweisung // Listenebenen"/>
                  <p:cNvSpPr txBox="1"/>
                  <p:nvPr userDrawn="1"/>
                </p:nvSpPr>
                <p:spPr>
                  <a:xfrm rot="10800000" flipH="1" flipV="1">
                    <a:off x="-1908000" y="1800000"/>
                    <a:ext cx="1800000" cy="720000"/>
                  </a:xfrm>
                  <a:prstGeom prst="rect">
                    <a:avLst/>
                  </a:prstGeom>
                  <a:noFill/>
                  <a:ln w="12700">
                    <a:noFill/>
                  </a:ln>
                </p:spPr>
                <p:txBody>
                  <a:bodyPr vert="horz" wrap="square" lIns="0" tIns="18000" rIns="0" bIns="0" rtlCol="0" anchor="t"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900"/>
                      </a:spcBef>
                      <a:spcAft>
                        <a:spcPts val="0"/>
                      </a:spcAft>
                    </a:pPr>
                    <a:r>
                      <a:rPr lang="de-DE" sz="1000" b="0" baseline="0">
                        <a:solidFill>
                          <a:schemeClr val="tx1">
                            <a:lumMod val="50000"/>
                          </a:schemeClr>
                        </a:solidFill>
                        <a:latin typeface="+mn-lt"/>
                      </a:rPr>
                      <a:t>Wechsel der Textebene</a:t>
                    </a:r>
                    <a:br>
                      <a:rPr lang="de-DE" sz="1000" b="0" baseline="0">
                        <a:solidFill>
                          <a:schemeClr val="tx1">
                            <a:lumMod val="50000"/>
                          </a:schemeClr>
                        </a:solidFill>
                        <a:latin typeface="+mn-lt"/>
                      </a:rPr>
                    </a:br>
                    <a:r>
                      <a:rPr lang="de-DE" sz="1000" b="0" baseline="0">
                        <a:solidFill>
                          <a:schemeClr val="tx1">
                            <a:lumMod val="50000"/>
                          </a:schemeClr>
                        </a:solidFill>
                        <a:latin typeface="+mn-lt"/>
                      </a:rPr>
                      <a:t>im Menü über: </a:t>
                    </a:r>
                    <a:br>
                      <a:rPr lang="de-DE" sz="1000" b="0" baseline="0">
                        <a:solidFill>
                          <a:schemeClr val="tx1">
                            <a:lumMod val="50000"/>
                          </a:schemeClr>
                        </a:solidFill>
                        <a:latin typeface="+mn-lt"/>
                      </a:rPr>
                    </a:br>
                    <a:r>
                      <a:rPr lang="de-DE" sz="1000" b="1" baseline="0">
                        <a:solidFill>
                          <a:schemeClr val="tx1">
                            <a:lumMod val="50000"/>
                          </a:schemeClr>
                        </a:solidFill>
                        <a:latin typeface="+mn-lt"/>
                      </a:rPr>
                      <a:t>Start</a:t>
                    </a:r>
                    <a:r>
                      <a:rPr lang="de-DE" sz="1000" b="0" baseline="0">
                        <a:solidFill>
                          <a:schemeClr val="tx1">
                            <a:lumMod val="50000"/>
                          </a:schemeClr>
                        </a:solidFill>
                        <a:latin typeface="+mn-lt"/>
                      </a:rPr>
                      <a:t> // </a:t>
                    </a:r>
                    <a:r>
                      <a:rPr lang="de-DE" sz="1000" b="1" baseline="0">
                        <a:solidFill>
                          <a:schemeClr val="tx1">
                            <a:lumMod val="50000"/>
                          </a:schemeClr>
                        </a:solidFill>
                        <a:latin typeface="+mn-lt"/>
                      </a:rPr>
                      <a:t>Absatz</a:t>
                    </a:r>
                    <a:r>
                      <a:rPr lang="de-DE" sz="1000" b="0" baseline="0">
                        <a:solidFill>
                          <a:schemeClr val="tx1">
                            <a:lumMod val="50000"/>
                          </a:schemeClr>
                        </a:solidFill>
                        <a:latin typeface="+mn-lt"/>
                      </a:rPr>
                      <a:t> // </a:t>
                    </a:r>
                    <a:r>
                      <a:rPr lang="de-DE" sz="1000" b="1" baseline="0">
                        <a:solidFill>
                          <a:schemeClr val="tx1">
                            <a:lumMod val="50000"/>
                          </a:schemeClr>
                        </a:solidFill>
                        <a:latin typeface="+mn-lt"/>
                      </a:rPr>
                      <a:t>Listenebene </a:t>
                    </a:r>
                    <a:br>
                      <a:rPr lang="de-DE" sz="1000" b="1" baseline="0">
                        <a:solidFill>
                          <a:schemeClr val="tx1">
                            <a:lumMod val="50000"/>
                          </a:schemeClr>
                        </a:solidFill>
                        <a:latin typeface="+mn-lt"/>
                      </a:rPr>
                    </a:br>
                    <a:r>
                      <a:rPr lang="de-DE" sz="1000" b="1" baseline="0">
                        <a:solidFill>
                          <a:schemeClr val="tx1">
                            <a:lumMod val="50000"/>
                          </a:schemeClr>
                        </a:solidFill>
                        <a:latin typeface="+mn-lt"/>
                      </a:rPr>
                      <a:t>erhöhen/verringern</a:t>
                    </a:r>
                  </a:p>
                </p:txBody>
              </p:sp>
              <p:grpSp>
                <p:nvGrpSpPr>
                  <p:cNvPr id="53" name="Gruppieren 52"/>
                  <p:cNvGrpSpPr/>
                  <p:nvPr userDrawn="1"/>
                </p:nvGrpSpPr>
                <p:grpSpPr>
                  <a:xfrm>
                    <a:off x="-1800000" y="2628000"/>
                    <a:ext cx="1692001" cy="792000"/>
                    <a:chOff x="-1800000" y="2628000"/>
                    <a:chExt cx="1692001" cy="792000"/>
                  </a:xfrm>
                </p:grpSpPr>
                <p:sp>
                  <p:nvSpPr>
                    <p:cNvPr id="54" name="Listenebenen verringern"/>
                    <p:cNvSpPr txBox="1"/>
                    <p:nvPr userDrawn="1"/>
                  </p:nvSpPr>
                  <p:spPr>
                    <a:xfrm rot="10800000" flipH="1" flipV="1">
                      <a:off x="-1800000" y="3096000"/>
                      <a:ext cx="864000" cy="324000"/>
                    </a:xfrm>
                    <a:prstGeom prst="rect">
                      <a:avLst/>
                    </a:prstGeom>
                    <a:noFill/>
                    <a:ln w="12700">
                      <a:noFill/>
                    </a:ln>
                  </p:spPr>
                  <p:txBody>
                    <a:bodyPr vert="horz" wrap="square" lIns="0" tIns="0" rIns="0" bIns="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de-DE" sz="1000" b="0">
                          <a:solidFill>
                            <a:schemeClr val="tx1">
                              <a:lumMod val="50000"/>
                            </a:schemeClr>
                          </a:solidFill>
                          <a:latin typeface="+mn-lt"/>
                          <a:cs typeface="Arial" panose="020B0604020202020204" pitchFamily="34" charset="0"/>
                        </a:rPr>
                        <a:t>Listenebene verringern</a:t>
                      </a:r>
                    </a:p>
                  </p:txBody>
                </p:sp>
                <p:sp>
                  <p:nvSpPr>
                    <p:cNvPr id="55" name="Listenebenen erhöhen"/>
                    <p:cNvSpPr txBox="1"/>
                    <p:nvPr userDrawn="1"/>
                  </p:nvSpPr>
                  <p:spPr>
                    <a:xfrm rot="10800000" flipH="1" flipV="1">
                      <a:off x="-1800000" y="2628000"/>
                      <a:ext cx="864000" cy="324000"/>
                    </a:xfrm>
                    <a:prstGeom prst="rect">
                      <a:avLst/>
                    </a:prstGeom>
                    <a:noFill/>
                    <a:ln w="12700">
                      <a:noFill/>
                    </a:ln>
                  </p:spPr>
                  <p:txBody>
                    <a:bodyPr vert="horz" wrap="square" lIns="0" tIns="0" rIns="0" bIns="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de-DE" sz="1000" b="0">
                          <a:solidFill>
                            <a:schemeClr val="tx1">
                              <a:lumMod val="50000"/>
                            </a:schemeClr>
                          </a:solidFill>
                          <a:latin typeface="+mn-lt"/>
                          <a:cs typeface="Arial" panose="020B0604020202020204" pitchFamily="34" charset="0"/>
                        </a:rPr>
                        <a:t>Listenebene erhöhen</a:t>
                      </a:r>
                    </a:p>
                  </p:txBody>
                </p:sp>
                <p:pic>
                  <p:nvPicPr>
                    <p:cNvPr id="56" name="Bild Listenebenen erhöhe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0505" y="2628000"/>
                      <a:ext cx="742505" cy="3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7" name="Bild Listenebenen verringern"/>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50504" y="3096000"/>
                      <a:ext cx="742505" cy="3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grpSp>
          <p:grpSp>
            <p:nvGrpSpPr>
              <p:cNvPr id="39" name="Gruppieren 38"/>
              <p:cNvGrpSpPr/>
              <p:nvPr userDrawn="1"/>
            </p:nvGrpSpPr>
            <p:grpSpPr>
              <a:xfrm>
                <a:off x="10018800" y="1260475"/>
                <a:ext cx="720660" cy="4968875"/>
                <a:chOff x="9909175" y="1260475"/>
                <a:chExt cx="720660" cy="4968875"/>
              </a:xfrm>
            </p:grpSpPr>
            <p:cxnSp>
              <p:nvCxnSpPr>
                <p:cNvPr id="40" name="Gerade Verbindung 39"/>
                <p:cNvCxnSpPr/>
                <p:nvPr userDrawn="1"/>
              </p:nvCxnSpPr>
              <p:spPr>
                <a:xfrm>
                  <a:off x="9909175" y="2124075"/>
                  <a:ext cx="360000" cy="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41" name="Textfeld 40"/>
                <p:cNvSpPr txBox="1"/>
                <p:nvPr userDrawn="1"/>
              </p:nvSpPr>
              <p:spPr>
                <a:xfrm>
                  <a:off x="9909175" y="1296000"/>
                  <a:ext cx="720000" cy="360000"/>
                </a:xfrm>
                <a:prstGeom prst="rect">
                  <a:avLst/>
                </a:prstGeom>
                <a:noFill/>
              </p:spPr>
              <p:txBody>
                <a:bodyPr wrap="square" lIns="0" tIns="0" rIns="0" bIns="0" rtlCol="0" anchor="t" anchorCtr="0">
                  <a:noAutofit/>
                </a:bodyPr>
                <a:lstStyle/>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03,50 cm</a:t>
                  </a:r>
                </a:p>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06,02</a:t>
                  </a:r>
                </a:p>
              </p:txBody>
            </p:sp>
            <p:cxnSp>
              <p:nvCxnSpPr>
                <p:cNvPr id="42" name="Gerade Verbindung 41"/>
                <p:cNvCxnSpPr/>
                <p:nvPr userDrawn="1"/>
              </p:nvCxnSpPr>
              <p:spPr>
                <a:xfrm>
                  <a:off x="9909175" y="1260475"/>
                  <a:ext cx="360000" cy="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43" name="Textfeld 42"/>
                <p:cNvSpPr txBox="1"/>
                <p:nvPr userDrawn="1"/>
              </p:nvSpPr>
              <p:spPr>
                <a:xfrm>
                  <a:off x="9909175" y="1728000"/>
                  <a:ext cx="720000" cy="360000"/>
                </a:xfrm>
                <a:prstGeom prst="rect">
                  <a:avLst/>
                </a:prstGeom>
                <a:noFill/>
              </p:spPr>
              <p:txBody>
                <a:bodyPr wrap="square" lIns="0" tIns="0" rIns="0" bIns="0" rtlCol="0" anchor="b" anchorCtr="0">
                  <a:noAutofit/>
                </a:bodyPr>
                <a:lstStyle/>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03,62</a:t>
                  </a:r>
                </a:p>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05,90 cm</a:t>
                  </a:r>
                </a:p>
              </p:txBody>
            </p:sp>
            <p:sp>
              <p:nvSpPr>
                <p:cNvPr id="44" name="Textfeld 43"/>
                <p:cNvSpPr txBox="1"/>
                <p:nvPr userDrawn="1"/>
              </p:nvSpPr>
              <p:spPr>
                <a:xfrm>
                  <a:off x="9909175" y="2556000"/>
                  <a:ext cx="720000" cy="360000"/>
                </a:xfrm>
                <a:prstGeom prst="rect">
                  <a:avLst/>
                </a:prstGeom>
                <a:noFill/>
              </p:spPr>
              <p:txBody>
                <a:bodyPr wrap="square" lIns="0" tIns="0" rIns="0" bIns="0" rtlCol="0" anchor="t" anchorCtr="0">
                  <a:noAutofit/>
                </a:bodyPr>
                <a:lstStyle/>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07,10 cm</a:t>
                  </a:r>
                </a:p>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02,52</a:t>
                  </a:r>
                </a:p>
              </p:txBody>
            </p:sp>
            <p:cxnSp>
              <p:nvCxnSpPr>
                <p:cNvPr id="45" name="Gerade Verbindung 44"/>
                <p:cNvCxnSpPr/>
                <p:nvPr userDrawn="1"/>
              </p:nvCxnSpPr>
              <p:spPr>
                <a:xfrm>
                  <a:off x="9909175" y="2520950"/>
                  <a:ext cx="360000" cy="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46" name="Gerade Verbindung 45"/>
                <p:cNvCxnSpPr/>
                <p:nvPr userDrawn="1"/>
              </p:nvCxnSpPr>
              <p:spPr>
                <a:xfrm>
                  <a:off x="9909835" y="6229350"/>
                  <a:ext cx="360000" cy="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47" name="Textfeld 46"/>
                <p:cNvSpPr txBox="1"/>
                <p:nvPr userDrawn="1"/>
              </p:nvSpPr>
              <p:spPr>
                <a:xfrm>
                  <a:off x="9909835" y="5832000"/>
                  <a:ext cx="720000" cy="360000"/>
                </a:xfrm>
                <a:prstGeom prst="rect">
                  <a:avLst/>
                </a:prstGeom>
                <a:noFill/>
              </p:spPr>
              <p:txBody>
                <a:bodyPr wrap="square" lIns="0" tIns="0" rIns="0" bIns="0" rtlCol="0" anchor="b" anchorCtr="0">
                  <a:noAutofit/>
                </a:bodyPr>
                <a:lstStyle/>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07,78</a:t>
                  </a:r>
                </a:p>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17,30 cm</a:t>
                  </a:r>
                </a:p>
              </p:txBody>
            </p:sp>
          </p:grpSp>
        </p:grpSp>
      </p:grpSp>
      <p:pic>
        <p:nvPicPr>
          <p:cNvPr id="68" name="Picture 59" descr="DHBW_d_RV_WEB_150dpi"/>
          <p:cNvPicPr>
            <a:picLocks noChangeAspect="1" noChangeArrowheads="1"/>
          </p:cNvPicPr>
          <p:nvPr userDrawn="1"/>
        </p:nvPicPr>
        <p:blipFill>
          <a:blip r:embed="rId4" cstate="print">
            <a:extLst>
              <a:ext uri="{28A0092B-C50C-407E-A947-70E740481C1C}">
                <a14:useLocalDpi xmlns:a14="http://schemas.microsoft.com/office/drawing/2010/main"/>
              </a:ext>
            </a:extLst>
          </a:blip>
          <a:srcRect/>
          <a:stretch>
            <a:fillRect/>
          </a:stretch>
        </p:blipFill>
        <p:spPr bwMode="auto">
          <a:xfrm>
            <a:off x="360734" y="82900"/>
            <a:ext cx="1848227"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32916804"/>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Headline 2-zeilig // Bild (Störer/Text optional)">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r>
              <a:rPr lang="de-DE"/>
              <a:t>Prof. Dr.-Ing. F. Leitner-Fischer / Daniel Stimac</a:t>
            </a:r>
          </a:p>
        </p:txBody>
      </p:sp>
      <p:sp>
        <p:nvSpPr>
          <p:cNvPr id="4" name="Fußzeilenplatzhalter 3"/>
          <p:cNvSpPr>
            <a:spLocks noGrp="1"/>
          </p:cNvSpPr>
          <p:nvPr>
            <p:ph type="ftr" sz="quarter" idx="11"/>
          </p:nvPr>
        </p:nvSpPr>
        <p:spPr/>
        <p:txBody>
          <a:bodyPr/>
          <a:lstStyle/>
          <a:p>
            <a:r>
              <a:rPr lang="de-DE"/>
              <a:t>Software Engineering</a:t>
            </a:r>
          </a:p>
        </p:txBody>
      </p:sp>
      <p:sp>
        <p:nvSpPr>
          <p:cNvPr id="5" name="Foliennummernplatzhalter 4"/>
          <p:cNvSpPr>
            <a:spLocks noGrp="1"/>
          </p:cNvSpPr>
          <p:nvPr>
            <p:ph type="sldNum" sz="quarter" idx="12"/>
          </p:nvPr>
        </p:nvSpPr>
        <p:spPr/>
        <p:txBody>
          <a:bodyPr/>
          <a:lstStyle/>
          <a:p>
            <a:fld id="{F5A77263-DD59-416C-A906-BA1A9DD16C04}" type="slidenum">
              <a:rPr lang="de-DE" smtClean="0"/>
              <a:pPr/>
              <a:t>‹Nr.›</a:t>
            </a:fld>
            <a:endParaRPr lang="de-DE"/>
          </a:p>
        </p:txBody>
      </p:sp>
      <p:sp>
        <p:nvSpPr>
          <p:cNvPr id="6" name="Titel 1"/>
          <p:cNvSpPr>
            <a:spLocks noGrp="1"/>
          </p:cNvSpPr>
          <p:nvPr>
            <p:ph type="title" hasCustomPrompt="1"/>
          </p:nvPr>
        </p:nvSpPr>
        <p:spPr>
          <a:xfrm>
            <a:off x="754140" y="1260478"/>
            <a:ext cx="10686896" cy="863599"/>
          </a:xfrm>
        </p:spPr>
        <p:txBody>
          <a:bodyPr/>
          <a:lstStyle>
            <a:lvl1pPr>
              <a:defRPr baseline="0"/>
            </a:lvl1pPr>
          </a:lstStyle>
          <a:p>
            <a:r>
              <a:rPr lang="de-DE"/>
              <a:t>Headline</a:t>
            </a:r>
            <a:br>
              <a:rPr lang="de-DE"/>
            </a:br>
            <a:r>
              <a:rPr lang="de-DE"/>
              <a:t>auch zweizeilig</a:t>
            </a:r>
          </a:p>
        </p:txBody>
      </p:sp>
      <p:sp>
        <p:nvSpPr>
          <p:cNvPr id="8" name="Bildplatzhalter 10"/>
          <p:cNvSpPr>
            <a:spLocks noGrp="1"/>
          </p:cNvSpPr>
          <p:nvPr>
            <p:ph type="pic" sz="quarter" idx="15" hasCustomPrompt="1"/>
          </p:nvPr>
        </p:nvSpPr>
        <p:spPr>
          <a:xfrm>
            <a:off x="2" y="2232000"/>
            <a:ext cx="12195175" cy="3997350"/>
          </a:xfrm>
          <a:solidFill>
            <a:schemeClr val="accent1"/>
          </a:solidFill>
        </p:spPr>
        <p:txBody>
          <a:bodyPr/>
          <a:lstStyle>
            <a:lvl1pPr marL="0" indent="0" algn="ctr">
              <a:lnSpc>
                <a:spcPct val="100000"/>
              </a:lnSpc>
              <a:buNone/>
              <a:defRPr sz="1200"/>
            </a:lvl1pPr>
          </a:lstStyle>
          <a:p>
            <a:br>
              <a:rPr lang="de-DE"/>
            </a:br>
            <a:br>
              <a:rPr lang="de-DE"/>
            </a:br>
            <a:br>
              <a:rPr lang="de-DE"/>
            </a:br>
            <a:br>
              <a:rPr lang="de-DE"/>
            </a:br>
            <a:br>
              <a:rPr lang="de-DE"/>
            </a:br>
            <a:br>
              <a:rPr lang="de-DE"/>
            </a:br>
            <a:br>
              <a:rPr lang="de-DE"/>
            </a:br>
            <a:br>
              <a:rPr lang="de-DE"/>
            </a:br>
            <a:r>
              <a:rPr lang="de-DE"/>
              <a:t>Bild einfügen</a:t>
            </a:r>
          </a:p>
        </p:txBody>
      </p:sp>
      <p:sp>
        <p:nvSpPr>
          <p:cNvPr id="9" name="Textplatzhalter 14"/>
          <p:cNvSpPr>
            <a:spLocks noGrp="1" noChangeAspect="1"/>
          </p:cNvSpPr>
          <p:nvPr>
            <p:ph type="body" sz="quarter" idx="16" hasCustomPrompt="1"/>
          </p:nvPr>
        </p:nvSpPr>
        <p:spPr>
          <a:xfrm>
            <a:off x="8063515" y="4032000"/>
            <a:ext cx="3881121" cy="3153600"/>
          </a:xfrm>
          <a:prstGeom prst="ellipse">
            <a:avLst/>
          </a:prstGeom>
          <a:solidFill>
            <a:schemeClr val="accent2"/>
          </a:solidFill>
          <a:effectLst>
            <a:innerShdw blurRad="1270000">
              <a:prstClr val="black">
                <a:alpha val="15000"/>
              </a:prstClr>
            </a:innerShdw>
          </a:effectLst>
        </p:spPr>
        <p:txBody>
          <a:bodyPr wrap="none" lIns="0" tIns="0" bIns="144000" anchor="ctr" anchorCtr="0"/>
          <a:lstStyle>
            <a:lvl1pPr marL="0" indent="0" algn="ctr">
              <a:lnSpc>
                <a:spcPts val="2300"/>
              </a:lnSpc>
              <a:spcBef>
                <a:spcPts val="0"/>
              </a:spcBef>
              <a:buFont typeface="Arial" panose="020B0604020202020204" pitchFamily="34" charset="0"/>
              <a:buNone/>
              <a:defRPr sz="1600" b="0" i="1" u="sng" baseline="0">
                <a:solidFill>
                  <a:schemeClr val="bg1"/>
                </a:solidFill>
                <a:latin typeface="+mn-lt"/>
              </a:defRPr>
            </a:lvl1pPr>
            <a:lvl2pPr marL="0" indent="0" algn="ctr">
              <a:lnSpc>
                <a:spcPts val="2300"/>
              </a:lnSpc>
              <a:spcBef>
                <a:spcPts val="0"/>
              </a:spcBef>
              <a:buFont typeface="Arial" panose="020B0604020202020204" pitchFamily="34" charset="0"/>
              <a:buNone/>
              <a:defRPr sz="1600" b="0" i="1" u="sng" cap="none">
                <a:solidFill>
                  <a:schemeClr val="bg1"/>
                </a:solidFill>
                <a:latin typeface="+mn-lt"/>
              </a:defRPr>
            </a:lvl2pPr>
            <a:lvl3pPr marL="0" indent="0" algn="ctr">
              <a:lnSpc>
                <a:spcPts val="2300"/>
              </a:lnSpc>
              <a:spcBef>
                <a:spcPts val="0"/>
              </a:spcBef>
              <a:buFont typeface="Arial" panose="020B0604020202020204" pitchFamily="34" charset="0"/>
              <a:buNone/>
              <a:defRPr sz="1600" b="0" i="1" u="sng" cap="none">
                <a:solidFill>
                  <a:schemeClr val="bg1"/>
                </a:solidFill>
                <a:latin typeface="+mn-lt"/>
              </a:defRPr>
            </a:lvl3pPr>
            <a:lvl4pPr marL="0" indent="0" algn="ctr">
              <a:lnSpc>
                <a:spcPts val="2300"/>
              </a:lnSpc>
              <a:spcBef>
                <a:spcPts val="0"/>
              </a:spcBef>
              <a:buFont typeface="Arial" panose="020B0604020202020204" pitchFamily="34" charset="0"/>
              <a:buNone/>
              <a:defRPr sz="1600" b="0" i="1" u="sng" cap="none">
                <a:solidFill>
                  <a:schemeClr val="bg1"/>
                </a:solidFill>
                <a:latin typeface="+mn-lt"/>
              </a:defRPr>
            </a:lvl4pPr>
            <a:lvl5pPr marL="0" indent="0" algn="ctr">
              <a:lnSpc>
                <a:spcPts val="2300"/>
              </a:lnSpc>
              <a:spcBef>
                <a:spcPts val="0"/>
              </a:spcBef>
              <a:buFont typeface="Arial" panose="020B0604020202020204" pitchFamily="34" charset="0"/>
              <a:buNone/>
              <a:defRPr sz="1600" b="0" i="1" u="sng" cap="none">
                <a:solidFill>
                  <a:schemeClr val="bg1"/>
                </a:solidFill>
                <a:latin typeface="+mn-lt"/>
              </a:defRPr>
            </a:lvl5pPr>
            <a:lvl6pPr marL="0" indent="0" algn="ctr">
              <a:lnSpc>
                <a:spcPts val="2300"/>
              </a:lnSpc>
              <a:spcBef>
                <a:spcPts val="0"/>
              </a:spcBef>
              <a:buFont typeface="Arial" panose="020B0604020202020204" pitchFamily="34" charset="0"/>
              <a:buNone/>
              <a:defRPr sz="1600" b="0" i="1" u="sng" cap="none">
                <a:solidFill>
                  <a:schemeClr val="bg1"/>
                </a:solidFill>
                <a:latin typeface="+mn-lt"/>
              </a:defRPr>
            </a:lvl6pPr>
            <a:lvl7pPr marL="0" indent="0" algn="ctr">
              <a:lnSpc>
                <a:spcPts val="2300"/>
              </a:lnSpc>
              <a:spcBef>
                <a:spcPts val="0"/>
              </a:spcBef>
              <a:buFont typeface="Arial" panose="020B0604020202020204" pitchFamily="34" charset="0"/>
              <a:buNone/>
              <a:defRPr sz="1600" b="0" i="1" u="sng" cap="none">
                <a:solidFill>
                  <a:schemeClr val="bg1"/>
                </a:solidFill>
                <a:latin typeface="+mn-lt"/>
              </a:defRPr>
            </a:lvl7pPr>
            <a:lvl8pPr marL="0" indent="0" algn="ctr">
              <a:lnSpc>
                <a:spcPts val="2300"/>
              </a:lnSpc>
              <a:spcBef>
                <a:spcPts val="0"/>
              </a:spcBef>
              <a:buFont typeface="Arial" panose="020B0604020202020204" pitchFamily="34" charset="0"/>
              <a:buNone/>
              <a:defRPr sz="1600" b="0" i="1" u="sng" cap="none">
                <a:solidFill>
                  <a:schemeClr val="bg1"/>
                </a:solidFill>
                <a:latin typeface="+mn-lt"/>
              </a:defRPr>
            </a:lvl8pPr>
            <a:lvl9pPr marL="0" indent="0" algn="ctr">
              <a:lnSpc>
                <a:spcPts val="2300"/>
              </a:lnSpc>
              <a:spcBef>
                <a:spcPts val="0"/>
              </a:spcBef>
              <a:buFont typeface="Arial" panose="020B0604020202020204" pitchFamily="34" charset="0"/>
              <a:buNone/>
              <a:defRPr sz="1600" b="0" i="1" u="sng" cap="none">
                <a:solidFill>
                  <a:schemeClr val="bg1"/>
                </a:solidFill>
                <a:latin typeface="+mn-lt"/>
              </a:defRPr>
            </a:lvl9pPr>
          </a:lstStyle>
          <a:p>
            <a:pPr lvl="0"/>
            <a:r>
              <a:rPr lang="de-DE"/>
              <a:t>Text einfügen</a:t>
            </a:r>
            <a:br>
              <a:rPr lang="de-DE"/>
            </a:br>
            <a:r>
              <a:rPr lang="de-DE"/>
              <a:t>(Umbrüche passend setzten)</a:t>
            </a:r>
          </a:p>
        </p:txBody>
      </p:sp>
      <p:sp>
        <p:nvSpPr>
          <p:cNvPr id="12" name="Textplatzhalter 11"/>
          <p:cNvSpPr>
            <a:spLocks noGrp="1"/>
          </p:cNvSpPr>
          <p:nvPr>
            <p:ph type="body" sz="quarter" idx="17" hasCustomPrompt="1"/>
          </p:nvPr>
        </p:nvSpPr>
        <p:spPr>
          <a:xfrm>
            <a:off x="753187" y="2520950"/>
            <a:ext cx="4607723" cy="3348000"/>
          </a:xfrm>
        </p:spPr>
        <p:txBody>
          <a:bodyPr wrap="none"/>
          <a:lstStyle>
            <a:lvl1pPr marL="0" indent="0">
              <a:lnSpc>
                <a:spcPts val="2200"/>
              </a:lnSpc>
              <a:spcBef>
                <a:spcPts val="0"/>
              </a:spcBef>
              <a:buNone/>
              <a:defRPr sz="1600" b="1" cap="none" baseline="0">
                <a:solidFill>
                  <a:schemeClr val="bg1"/>
                </a:solidFill>
                <a:latin typeface="+mn-lt"/>
              </a:defRPr>
            </a:lvl1pPr>
            <a:lvl2pPr marL="197989" indent="-197989">
              <a:lnSpc>
                <a:spcPts val="2200"/>
              </a:lnSpc>
              <a:spcBef>
                <a:spcPts val="700"/>
              </a:spcBef>
              <a:spcAft>
                <a:spcPts val="0"/>
              </a:spcAft>
              <a:buClr>
                <a:schemeClr val="bg1"/>
              </a:buClr>
              <a:buFont typeface="Arial" panose="020B0604020202020204" pitchFamily="34" charset="0"/>
              <a:buChar char="●"/>
              <a:defRPr sz="1600" b="0" cap="none" baseline="0">
                <a:solidFill>
                  <a:schemeClr val="bg1"/>
                </a:solidFill>
                <a:latin typeface="+mn-lt"/>
              </a:defRPr>
            </a:lvl2pPr>
            <a:lvl3pPr marL="197989" indent="0">
              <a:lnSpc>
                <a:spcPts val="2200"/>
              </a:lnSpc>
              <a:spcBef>
                <a:spcPts val="0"/>
              </a:spcBef>
              <a:spcAft>
                <a:spcPts val="0"/>
              </a:spcAft>
              <a:buFont typeface="Arial" panose="020B0604020202020204" pitchFamily="34" charset="0"/>
              <a:buNone/>
              <a:defRPr sz="1600" b="0" cap="none" baseline="0">
                <a:solidFill>
                  <a:schemeClr val="bg1"/>
                </a:solidFill>
                <a:latin typeface="+mn-lt"/>
              </a:defRPr>
            </a:lvl3pPr>
            <a:lvl4pPr marL="197989" indent="0">
              <a:lnSpc>
                <a:spcPts val="2200"/>
              </a:lnSpc>
              <a:spcBef>
                <a:spcPts val="0"/>
              </a:spcBef>
              <a:spcAft>
                <a:spcPts val="0"/>
              </a:spcAft>
              <a:buFont typeface="Arial" panose="020B0604020202020204" pitchFamily="34" charset="0"/>
              <a:buNone/>
              <a:defRPr sz="1600" b="0" cap="none" baseline="0">
                <a:solidFill>
                  <a:schemeClr val="bg1"/>
                </a:solidFill>
                <a:latin typeface="+mn-lt"/>
              </a:defRPr>
            </a:lvl4pPr>
            <a:lvl5pPr marL="197989" indent="0">
              <a:lnSpc>
                <a:spcPts val="2200"/>
              </a:lnSpc>
              <a:spcBef>
                <a:spcPts val="0"/>
              </a:spcBef>
              <a:spcAft>
                <a:spcPts val="0"/>
              </a:spcAft>
              <a:buNone/>
              <a:defRPr sz="1600" b="0" cap="none" baseline="0">
                <a:solidFill>
                  <a:schemeClr val="bg1"/>
                </a:solidFill>
                <a:latin typeface="+mn-lt"/>
              </a:defRPr>
            </a:lvl5pPr>
            <a:lvl6pPr marL="197989" indent="0">
              <a:lnSpc>
                <a:spcPts val="2200"/>
              </a:lnSpc>
              <a:spcBef>
                <a:spcPts val="0"/>
              </a:spcBef>
              <a:spcAft>
                <a:spcPts val="0"/>
              </a:spcAft>
              <a:buFont typeface="Arial" panose="020B0604020202020204" pitchFamily="34" charset="0"/>
              <a:buNone/>
              <a:defRPr sz="1600" b="0" cap="none" baseline="0">
                <a:solidFill>
                  <a:schemeClr val="bg1"/>
                </a:solidFill>
                <a:latin typeface="+mn-lt"/>
              </a:defRPr>
            </a:lvl6pPr>
            <a:lvl7pPr marL="197989" indent="0">
              <a:lnSpc>
                <a:spcPts val="2200"/>
              </a:lnSpc>
              <a:spcBef>
                <a:spcPts val="0"/>
              </a:spcBef>
              <a:spcAft>
                <a:spcPts val="0"/>
              </a:spcAft>
              <a:buFont typeface="Arial" panose="020B0604020202020204" pitchFamily="34" charset="0"/>
              <a:buNone/>
              <a:defRPr sz="1600" b="0" cap="none" baseline="0">
                <a:solidFill>
                  <a:schemeClr val="bg1"/>
                </a:solidFill>
                <a:latin typeface="+mn-lt"/>
              </a:defRPr>
            </a:lvl7pPr>
            <a:lvl8pPr marL="197989" indent="0">
              <a:lnSpc>
                <a:spcPts val="2200"/>
              </a:lnSpc>
              <a:spcBef>
                <a:spcPts val="0"/>
              </a:spcBef>
              <a:spcAft>
                <a:spcPts val="0"/>
              </a:spcAft>
              <a:buNone/>
              <a:defRPr sz="1600" b="0" cap="none" baseline="0">
                <a:solidFill>
                  <a:schemeClr val="bg1"/>
                </a:solidFill>
                <a:latin typeface="+mn-lt"/>
              </a:defRPr>
            </a:lvl8pPr>
            <a:lvl9pPr marL="197989" indent="0">
              <a:lnSpc>
                <a:spcPts val="2200"/>
              </a:lnSpc>
              <a:spcBef>
                <a:spcPts val="0"/>
              </a:spcBef>
              <a:spcAft>
                <a:spcPts val="0"/>
              </a:spcAft>
              <a:buFont typeface="Arial" panose="020B0604020202020204" pitchFamily="34" charset="0"/>
              <a:buNone/>
              <a:defRPr sz="1600" b="0" cap="none" baseline="0">
                <a:solidFill>
                  <a:schemeClr val="bg1"/>
                </a:solidFill>
                <a:latin typeface="+mn-lt"/>
              </a:defRPr>
            </a:lvl9pPr>
          </a:lstStyle>
          <a:p>
            <a:pPr lvl="0"/>
            <a:r>
              <a:rPr lang="de-DE"/>
              <a:t>Headline einfügen // für Aufzählung: </a:t>
            </a:r>
            <a:br>
              <a:rPr lang="de-DE"/>
            </a:br>
            <a:r>
              <a:rPr lang="de-DE"/>
              <a:t>Start // Absatz // Listenebene erhöhen/verringern (Umbrüche setzten)</a:t>
            </a:r>
          </a:p>
          <a:p>
            <a:pPr lvl="1"/>
            <a:r>
              <a:rPr lang="de-DE"/>
              <a:t>Zweite Ebene</a:t>
            </a:r>
          </a:p>
          <a:p>
            <a:pPr lvl="2"/>
            <a:r>
              <a:rPr lang="de-DE"/>
              <a:t>Dritte Ebene</a:t>
            </a:r>
          </a:p>
          <a:p>
            <a:pPr lvl="3"/>
            <a:r>
              <a:rPr lang="de-DE"/>
              <a:t>Vierte Ebene</a:t>
            </a:r>
          </a:p>
          <a:p>
            <a:pPr lvl="4"/>
            <a:r>
              <a:rPr lang="de-DE"/>
              <a:t>Fünfte Ebene</a:t>
            </a:r>
          </a:p>
          <a:p>
            <a:pPr lvl="5"/>
            <a:r>
              <a:rPr lang="de-DE"/>
              <a:t>Sechste Ebene</a:t>
            </a:r>
          </a:p>
          <a:p>
            <a:pPr lvl="6"/>
            <a:r>
              <a:rPr lang="de-DE"/>
              <a:t>Siebte Ebene</a:t>
            </a:r>
          </a:p>
          <a:p>
            <a:pPr lvl="7"/>
            <a:r>
              <a:rPr lang="de-DE"/>
              <a:t>Achte Ebene</a:t>
            </a:r>
          </a:p>
          <a:p>
            <a:pPr lvl="8"/>
            <a:r>
              <a:rPr lang="de-DE"/>
              <a:t>Neunte Ebene</a:t>
            </a:r>
          </a:p>
        </p:txBody>
      </p:sp>
    </p:spTree>
    <p:extLst>
      <p:ext uri="{BB962C8B-B14F-4D97-AF65-F5344CB8AC3E}">
        <p14:creationId xmlns:p14="http://schemas.microsoft.com/office/powerpoint/2010/main" val="1917950544"/>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Inhalt (Störer optiona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Headline</a:t>
            </a:r>
          </a:p>
        </p:txBody>
      </p:sp>
      <p:sp>
        <p:nvSpPr>
          <p:cNvPr id="3" name="Datumsplatzhalter 2"/>
          <p:cNvSpPr>
            <a:spLocks noGrp="1"/>
          </p:cNvSpPr>
          <p:nvPr>
            <p:ph type="dt" sz="half" idx="10"/>
          </p:nvPr>
        </p:nvSpPr>
        <p:spPr/>
        <p:txBody>
          <a:bodyPr/>
          <a:lstStyle/>
          <a:p>
            <a:r>
              <a:rPr lang="de-DE"/>
              <a:t>Prof. Dr.-Ing. F. Leitner-Fischer / Daniel Stimac</a:t>
            </a:r>
          </a:p>
        </p:txBody>
      </p:sp>
      <p:sp>
        <p:nvSpPr>
          <p:cNvPr id="4" name="Fußzeilenplatzhalter 3"/>
          <p:cNvSpPr>
            <a:spLocks noGrp="1"/>
          </p:cNvSpPr>
          <p:nvPr>
            <p:ph type="ftr" sz="quarter" idx="11"/>
          </p:nvPr>
        </p:nvSpPr>
        <p:spPr/>
        <p:txBody>
          <a:bodyPr/>
          <a:lstStyle/>
          <a:p>
            <a:r>
              <a:rPr lang="de-DE"/>
              <a:t>Software Engineering</a:t>
            </a:r>
          </a:p>
        </p:txBody>
      </p:sp>
      <p:sp>
        <p:nvSpPr>
          <p:cNvPr id="5" name="Foliennummernplatzhalter 4"/>
          <p:cNvSpPr>
            <a:spLocks noGrp="1"/>
          </p:cNvSpPr>
          <p:nvPr>
            <p:ph type="sldNum" sz="quarter" idx="12"/>
          </p:nvPr>
        </p:nvSpPr>
        <p:spPr/>
        <p:txBody>
          <a:bodyPr/>
          <a:lstStyle/>
          <a:p>
            <a:fld id="{F5A77263-DD59-416C-A906-BA1A9DD16C04}" type="slidenum">
              <a:rPr lang="de-DE" smtClean="0"/>
              <a:pPr/>
              <a:t>‹Nr.›</a:t>
            </a:fld>
            <a:endParaRPr lang="de-DE"/>
          </a:p>
        </p:txBody>
      </p:sp>
      <p:sp>
        <p:nvSpPr>
          <p:cNvPr id="7" name="Inhaltsplatzhalter 6"/>
          <p:cNvSpPr>
            <a:spLocks noGrp="1"/>
          </p:cNvSpPr>
          <p:nvPr>
            <p:ph sz="quarter" idx="13" hasCustomPrompt="1"/>
          </p:nvPr>
        </p:nvSpPr>
        <p:spPr>
          <a:xfrm>
            <a:off x="753186" y="1341563"/>
            <a:ext cx="10687850" cy="4454513"/>
          </a:xfrm>
        </p:spPr>
        <p:txBody>
          <a:bodyPr/>
          <a:lstStyle>
            <a:lvl1pPr>
              <a:defRPr/>
            </a:lvl1pPr>
            <a:lvl2pPr marL="719960" indent="-285734">
              <a:buFont typeface="Arial" panose="020B0604020202020204" pitchFamily="34" charset="0"/>
              <a:buChar char="•"/>
              <a:defRPr/>
            </a:lvl2pPr>
            <a:lvl3pPr marL="1079939" indent="-285734">
              <a:buFont typeface="Symbol" panose="05050102010706020507" pitchFamily="18" charset="2"/>
              <a:buChar char="-"/>
              <a:defRPr sz="1600" b="0" i="0" cap="none" baseline="0"/>
            </a:lvl3pPr>
          </a:lstStyle>
          <a:p>
            <a:pPr lvl="0"/>
            <a:r>
              <a:rPr lang="de-DE"/>
              <a:t>Aufzählungspunkt oder Inhalt einfügen // für Fließtext und Zwischenheadline: Start // Absatz // Listenebene erhöhen/verringern</a:t>
            </a:r>
          </a:p>
          <a:p>
            <a:pPr lvl="1"/>
            <a:r>
              <a:rPr lang="de-DE"/>
              <a:t>Zweite Ebene</a:t>
            </a:r>
          </a:p>
          <a:p>
            <a:pPr lvl="2"/>
            <a:r>
              <a:rPr lang="de-DE"/>
              <a:t>Dritte Ebene</a:t>
            </a:r>
          </a:p>
          <a:p>
            <a:pPr lvl="3"/>
            <a:r>
              <a:rPr lang="de-DE"/>
              <a:t>Vierte Ebene</a:t>
            </a:r>
          </a:p>
          <a:p>
            <a:pPr lvl="4"/>
            <a:r>
              <a:rPr lang="de-DE"/>
              <a:t>Fünfte Ebene</a:t>
            </a:r>
          </a:p>
          <a:p>
            <a:pPr lvl="5"/>
            <a:r>
              <a:rPr lang="de-DE"/>
              <a:t>Sechste Ebene</a:t>
            </a:r>
          </a:p>
          <a:p>
            <a:pPr lvl="6"/>
            <a:r>
              <a:rPr lang="de-DE"/>
              <a:t>Siebte Ebene</a:t>
            </a:r>
          </a:p>
          <a:p>
            <a:pPr lvl="7"/>
            <a:r>
              <a:rPr lang="de-DE"/>
              <a:t>Achte Ebene</a:t>
            </a:r>
          </a:p>
          <a:p>
            <a:pPr lvl="8"/>
            <a:r>
              <a:rPr lang="de-DE"/>
              <a:t>Neunte Ebene</a:t>
            </a:r>
          </a:p>
        </p:txBody>
      </p:sp>
      <p:sp>
        <p:nvSpPr>
          <p:cNvPr id="9" name="Textplatzhalter 9"/>
          <p:cNvSpPr>
            <a:spLocks noGrp="1"/>
          </p:cNvSpPr>
          <p:nvPr>
            <p:ph type="body" sz="quarter" idx="15" hasCustomPrompt="1"/>
          </p:nvPr>
        </p:nvSpPr>
        <p:spPr>
          <a:xfrm>
            <a:off x="754138" y="5940110"/>
            <a:ext cx="10688852" cy="288000"/>
          </a:xfrm>
        </p:spPr>
        <p:txBody>
          <a:bodyPr anchor="b" anchorCtr="0"/>
          <a:lstStyle>
            <a:lvl1pPr marL="53997" indent="-53997">
              <a:lnSpc>
                <a:spcPct val="100000"/>
              </a:lnSpc>
              <a:spcBef>
                <a:spcPts val="0"/>
              </a:spcBef>
              <a:buFont typeface="Arial" panose="020B0604020202020204" pitchFamily="34" charset="0"/>
              <a:buChar char="*"/>
              <a:defRPr sz="800" b="0" cap="none" baseline="0">
                <a:solidFill>
                  <a:schemeClr val="tx1"/>
                </a:solidFill>
                <a:latin typeface="+mn-lt"/>
              </a:defRPr>
            </a:lvl1pPr>
            <a:lvl2pPr marL="0" indent="0">
              <a:lnSpc>
                <a:spcPct val="100000"/>
              </a:lnSpc>
              <a:buFont typeface="Arial" panose="020B0604020202020204" pitchFamily="34" charset="0"/>
              <a:buNone/>
              <a:defRPr sz="800" b="0" cap="none">
                <a:solidFill>
                  <a:schemeClr val="tx1"/>
                </a:solidFill>
                <a:latin typeface="+mn-lt"/>
              </a:defRPr>
            </a:lvl2pPr>
            <a:lvl3pPr marL="0" indent="0">
              <a:lnSpc>
                <a:spcPct val="100000"/>
              </a:lnSpc>
              <a:buFont typeface="Arial" panose="020B0604020202020204" pitchFamily="34" charset="0"/>
              <a:buNone/>
              <a:defRPr sz="800" b="0" cap="none">
                <a:solidFill>
                  <a:schemeClr val="tx1"/>
                </a:solidFill>
                <a:latin typeface="+mn-lt"/>
              </a:defRPr>
            </a:lvl3pPr>
            <a:lvl4pPr marL="0" indent="0">
              <a:lnSpc>
                <a:spcPct val="100000"/>
              </a:lnSpc>
              <a:buFont typeface="Arial" panose="020B0604020202020204" pitchFamily="34" charset="0"/>
              <a:buNone/>
              <a:defRPr sz="800" b="0" cap="none">
                <a:solidFill>
                  <a:schemeClr val="tx1"/>
                </a:solidFill>
                <a:latin typeface="+mn-lt"/>
              </a:defRPr>
            </a:lvl4pPr>
            <a:lvl5pPr marL="0" indent="0">
              <a:lnSpc>
                <a:spcPct val="100000"/>
              </a:lnSpc>
              <a:buFont typeface="Arial" panose="020B0604020202020204" pitchFamily="34" charset="0"/>
              <a:buNone/>
              <a:defRPr sz="800" b="0" cap="none">
                <a:solidFill>
                  <a:schemeClr val="tx1"/>
                </a:solidFill>
                <a:latin typeface="+mn-lt"/>
              </a:defRPr>
            </a:lvl5pPr>
            <a:lvl6pPr marL="0" indent="0">
              <a:lnSpc>
                <a:spcPct val="100000"/>
              </a:lnSpc>
              <a:buFont typeface="Arial" panose="020B0604020202020204" pitchFamily="34" charset="0"/>
              <a:buNone/>
              <a:defRPr sz="800" b="0" cap="none">
                <a:solidFill>
                  <a:schemeClr val="tx1"/>
                </a:solidFill>
                <a:latin typeface="+mn-lt"/>
              </a:defRPr>
            </a:lvl6pPr>
            <a:lvl7pPr marL="0" indent="0">
              <a:lnSpc>
                <a:spcPct val="100000"/>
              </a:lnSpc>
              <a:buFont typeface="Arial" panose="020B0604020202020204" pitchFamily="34" charset="0"/>
              <a:buNone/>
              <a:defRPr sz="800" b="0" cap="none">
                <a:solidFill>
                  <a:schemeClr val="tx1"/>
                </a:solidFill>
                <a:latin typeface="+mn-lt"/>
              </a:defRPr>
            </a:lvl7pPr>
            <a:lvl8pPr marL="0" indent="0">
              <a:lnSpc>
                <a:spcPct val="100000"/>
              </a:lnSpc>
              <a:buFont typeface="Arial" panose="020B0604020202020204" pitchFamily="34" charset="0"/>
              <a:buNone/>
              <a:defRPr sz="800" b="0" cap="none">
                <a:solidFill>
                  <a:schemeClr val="tx1"/>
                </a:solidFill>
                <a:latin typeface="+mn-lt"/>
              </a:defRPr>
            </a:lvl8pPr>
            <a:lvl9pPr marL="0" indent="0">
              <a:lnSpc>
                <a:spcPct val="100000"/>
              </a:lnSpc>
              <a:buFont typeface="Arial" panose="020B0604020202020204" pitchFamily="34" charset="0"/>
              <a:buNone/>
              <a:defRPr sz="800" b="0" cap="none">
                <a:solidFill>
                  <a:schemeClr val="tx1"/>
                </a:solidFill>
                <a:latin typeface="+mn-lt"/>
              </a:defRPr>
            </a:lvl9pPr>
          </a:lstStyle>
          <a:p>
            <a:pPr lvl="0"/>
            <a:r>
              <a:rPr lang="de-DE"/>
              <a:t>Fußnote etc. einfügen // für Quellenangabe (bzw. ohne Sternchen): Start // Absatz // Listenebene erhöhen/verringern</a:t>
            </a:r>
          </a:p>
        </p:txBody>
      </p:sp>
    </p:spTree>
    <p:extLst>
      <p:ext uri="{BB962C8B-B14F-4D97-AF65-F5344CB8AC3E}">
        <p14:creationId xmlns:p14="http://schemas.microsoft.com/office/powerpoint/2010/main" val="2933800547"/>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halt (Störer optiona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Headline</a:t>
            </a:r>
          </a:p>
        </p:txBody>
      </p:sp>
      <p:sp>
        <p:nvSpPr>
          <p:cNvPr id="3" name="Datumsplatzhalter 2"/>
          <p:cNvSpPr>
            <a:spLocks noGrp="1"/>
          </p:cNvSpPr>
          <p:nvPr>
            <p:ph type="dt" sz="half" idx="10"/>
          </p:nvPr>
        </p:nvSpPr>
        <p:spPr/>
        <p:txBody>
          <a:bodyPr/>
          <a:lstStyle/>
          <a:p>
            <a:r>
              <a:rPr lang="de-DE"/>
              <a:t>Prof. Dr.-Ing. F. Leitner-Fischer / Daniel Stimac</a:t>
            </a:r>
          </a:p>
        </p:txBody>
      </p:sp>
      <p:sp>
        <p:nvSpPr>
          <p:cNvPr id="4" name="Fußzeilenplatzhalter 3"/>
          <p:cNvSpPr>
            <a:spLocks noGrp="1"/>
          </p:cNvSpPr>
          <p:nvPr>
            <p:ph type="ftr" sz="quarter" idx="11"/>
          </p:nvPr>
        </p:nvSpPr>
        <p:spPr/>
        <p:txBody>
          <a:bodyPr/>
          <a:lstStyle/>
          <a:p>
            <a:r>
              <a:rPr lang="de-DE"/>
              <a:t>Software Engineering</a:t>
            </a:r>
          </a:p>
        </p:txBody>
      </p:sp>
      <p:sp>
        <p:nvSpPr>
          <p:cNvPr id="5" name="Foliennummernplatzhalter 4"/>
          <p:cNvSpPr>
            <a:spLocks noGrp="1"/>
          </p:cNvSpPr>
          <p:nvPr>
            <p:ph type="sldNum" sz="quarter" idx="12"/>
          </p:nvPr>
        </p:nvSpPr>
        <p:spPr/>
        <p:txBody>
          <a:bodyPr/>
          <a:lstStyle/>
          <a:p>
            <a:fld id="{F5A77263-DD59-416C-A906-BA1A9DD16C04}" type="slidenum">
              <a:rPr lang="de-DE" smtClean="0"/>
              <a:pPr/>
              <a:t>‹Nr.›</a:t>
            </a:fld>
            <a:endParaRPr lang="de-DE"/>
          </a:p>
        </p:txBody>
      </p:sp>
      <p:sp>
        <p:nvSpPr>
          <p:cNvPr id="7" name="Inhaltsplatzhalter 6"/>
          <p:cNvSpPr>
            <a:spLocks noGrp="1"/>
          </p:cNvSpPr>
          <p:nvPr>
            <p:ph sz="quarter" idx="13" hasCustomPrompt="1"/>
          </p:nvPr>
        </p:nvSpPr>
        <p:spPr>
          <a:xfrm>
            <a:off x="753186" y="1341563"/>
            <a:ext cx="10687850" cy="4454513"/>
          </a:xfrm>
        </p:spPr>
        <p:txBody>
          <a:bodyPr/>
          <a:lstStyle>
            <a:lvl1pPr>
              <a:defRPr/>
            </a:lvl1pPr>
          </a:lstStyle>
          <a:p>
            <a:pPr lvl="0"/>
            <a:r>
              <a:rPr lang="de-DE"/>
              <a:t>Aufzählungspunkt oder Inhalt einfügen // für Fließtext und Zwischenheadline: Start // Absatz // Listenebene erhöhen/verringern</a:t>
            </a:r>
          </a:p>
          <a:p>
            <a:pPr lvl="1"/>
            <a:r>
              <a:rPr lang="de-DE"/>
              <a:t>Zweite Ebene</a:t>
            </a:r>
          </a:p>
          <a:p>
            <a:pPr lvl="2"/>
            <a:r>
              <a:rPr lang="de-DE"/>
              <a:t>Dritte Ebene</a:t>
            </a:r>
          </a:p>
          <a:p>
            <a:pPr lvl="3"/>
            <a:r>
              <a:rPr lang="de-DE"/>
              <a:t>Vierte Ebene</a:t>
            </a:r>
          </a:p>
          <a:p>
            <a:pPr lvl="4"/>
            <a:r>
              <a:rPr lang="de-DE"/>
              <a:t>Fünfte Ebene</a:t>
            </a:r>
          </a:p>
          <a:p>
            <a:pPr lvl="5"/>
            <a:r>
              <a:rPr lang="de-DE"/>
              <a:t>Sechste Ebene</a:t>
            </a:r>
          </a:p>
          <a:p>
            <a:pPr lvl="6"/>
            <a:r>
              <a:rPr lang="de-DE"/>
              <a:t>Siebte Ebene</a:t>
            </a:r>
          </a:p>
          <a:p>
            <a:pPr lvl="7"/>
            <a:r>
              <a:rPr lang="de-DE"/>
              <a:t>Achte Ebene</a:t>
            </a:r>
          </a:p>
          <a:p>
            <a:pPr lvl="8"/>
            <a:r>
              <a:rPr lang="de-DE"/>
              <a:t>Neunte Ebene</a:t>
            </a:r>
          </a:p>
        </p:txBody>
      </p:sp>
      <p:sp>
        <p:nvSpPr>
          <p:cNvPr id="8" name="Textplatzhalter 14"/>
          <p:cNvSpPr>
            <a:spLocks noGrp="1" noChangeAspect="1"/>
          </p:cNvSpPr>
          <p:nvPr>
            <p:ph type="body" sz="quarter" idx="17" hasCustomPrompt="1"/>
          </p:nvPr>
        </p:nvSpPr>
        <p:spPr>
          <a:xfrm>
            <a:off x="8896450" y="4534560"/>
            <a:ext cx="2525387" cy="2052000"/>
          </a:xfrm>
          <a:prstGeom prst="ellipse">
            <a:avLst/>
          </a:prstGeom>
          <a:solidFill>
            <a:schemeClr val="accent2"/>
          </a:solidFill>
          <a:effectLst>
            <a:innerShdw blurRad="1270000">
              <a:prstClr val="black">
                <a:alpha val="15000"/>
              </a:prstClr>
            </a:innerShdw>
          </a:effectLst>
        </p:spPr>
        <p:txBody>
          <a:bodyPr wrap="none" lIns="0" tIns="0" bIns="0" anchor="ctr" anchorCtr="0"/>
          <a:lstStyle>
            <a:lvl1pPr marL="0" indent="0" algn="ctr">
              <a:lnSpc>
                <a:spcPts val="2400"/>
              </a:lnSpc>
              <a:spcBef>
                <a:spcPts val="0"/>
              </a:spcBef>
              <a:buFont typeface="Arial" panose="020B0604020202020204" pitchFamily="34" charset="0"/>
              <a:buNone/>
              <a:defRPr sz="1700" b="0" i="1" u="sng" baseline="0">
                <a:solidFill>
                  <a:schemeClr val="bg1"/>
                </a:solidFill>
                <a:latin typeface="+mn-lt"/>
              </a:defRPr>
            </a:lvl1pPr>
            <a:lvl2pPr marL="0" indent="0" algn="ctr">
              <a:lnSpc>
                <a:spcPts val="2400"/>
              </a:lnSpc>
              <a:spcBef>
                <a:spcPts val="0"/>
              </a:spcBef>
              <a:buFont typeface="Arial" panose="020B0604020202020204" pitchFamily="34" charset="0"/>
              <a:buNone/>
              <a:defRPr sz="1700" b="0" i="1" u="sng" cap="none">
                <a:solidFill>
                  <a:schemeClr val="bg1"/>
                </a:solidFill>
                <a:latin typeface="+mn-lt"/>
              </a:defRPr>
            </a:lvl2pPr>
            <a:lvl3pPr marL="0" indent="0" algn="ctr">
              <a:lnSpc>
                <a:spcPts val="2400"/>
              </a:lnSpc>
              <a:spcBef>
                <a:spcPts val="0"/>
              </a:spcBef>
              <a:buFont typeface="Arial" panose="020B0604020202020204" pitchFamily="34" charset="0"/>
              <a:buNone/>
              <a:defRPr sz="1700" b="0" i="1" u="sng" cap="none">
                <a:solidFill>
                  <a:schemeClr val="bg1"/>
                </a:solidFill>
                <a:latin typeface="+mn-lt"/>
              </a:defRPr>
            </a:lvl3pPr>
            <a:lvl4pPr marL="0" indent="0" algn="ctr">
              <a:lnSpc>
                <a:spcPts val="2400"/>
              </a:lnSpc>
              <a:spcBef>
                <a:spcPts val="0"/>
              </a:spcBef>
              <a:buFont typeface="Arial" panose="020B0604020202020204" pitchFamily="34" charset="0"/>
              <a:buNone/>
              <a:defRPr sz="1700" b="0" i="1" u="sng" cap="none">
                <a:solidFill>
                  <a:schemeClr val="bg1"/>
                </a:solidFill>
                <a:latin typeface="+mn-lt"/>
              </a:defRPr>
            </a:lvl4pPr>
            <a:lvl5pPr marL="0" indent="0" algn="ctr">
              <a:lnSpc>
                <a:spcPts val="2400"/>
              </a:lnSpc>
              <a:spcBef>
                <a:spcPts val="0"/>
              </a:spcBef>
              <a:buFont typeface="Arial" panose="020B0604020202020204" pitchFamily="34" charset="0"/>
              <a:buNone/>
              <a:defRPr sz="1700" b="0" i="1" u="sng" cap="none">
                <a:solidFill>
                  <a:schemeClr val="bg1"/>
                </a:solidFill>
                <a:latin typeface="+mn-lt"/>
              </a:defRPr>
            </a:lvl5pPr>
            <a:lvl6pPr marL="0" indent="0" algn="ctr">
              <a:lnSpc>
                <a:spcPts val="2400"/>
              </a:lnSpc>
              <a:spcBef>
                <a:spcPts val="0"/>
              </a:spcBef>
              <a:buFont typeface="Arial" panose="020B0604020202020204" pitchFamily="34" charset="0"/>
              <a:buNone/>
              <a:defRPr sz="1700" b="0" i="1" u="sng" cap="none">
                <a:solidFill>
                  <a:schemeClr val="bg1"/>
                </a:solidFill>
                <a:latin typeface="+mn-lt"/>
              </a:defRPr>
            </a:lvl6pPr>
            <a:lvl7pPr marL="0" indent="0" algn="ctr">
              <a:lnSpc>
                <a:spcPts val="2400"/>
              </a:lnSpc>
              <a:spcBef>
                <a:spcPts val="0"/>
              </a:spcBef>
              <a:buFont typeface="Arial" panose="020B0604020202020204" pitchFamily="34" charset="0"/>
              <a:buNone/>
              <a:defRPr sz="1700" b="0" i="1" u="sng" cap="none">
                <a:solidFill>
                  <a:schemeClr val="bg1"/>
                </a:solidFill>
                <a:latin typeface="+mn-lt"/>
              </a:defRPr>
            </a:lvl7pPr>
            <a:lvl8pPr marL="0" indent="0" algn="ctr">
              <a:lnSpc>
                <a:spcPts val="2400"/>
              </a:lnSpc>
              <a:spcBef>
                <a:spcPts val="0"/>
              </a:spcBef>
              <a:buFont typeface="Arial" panose="020B0604020202020204" pitchFamily="34" charset="0"/>
              <a:buNone/>
              <a:defRPr sz="1700" b="0" i="1" u="sng" cap="none">
                <a:solidFill>
                  <a:schemeClr val="bg1"/>
                </a:solidFill>
                <a:latin typeface="+mn-lt"/>
              </a:defRPr>
            </a:lvl8pPr>
            <a:lvl9pPr marL="0" indent="0" algn="ctr">
              <a:lnSpc>
                <a:spcPts val="2400"/>
              </a:lnSpc>
              <a:spcBef>
                <a:spcPts val="0"/>
              </a:spcBef>
              <a:buFont typeface="Arial" panose="020B0604020202020204" pitchFamily="34" charset="0"/>
              <a:buNone/>
              <a:defRPr sz="1700" b="0" i="1" u="sng" cap="none">
                <a:solidFill>
                  <a:schemeClr val="bg1"/>
                </a:solidFill>
                <a:latin typeface="+mn-lt"/>
              </a:defRPr>
            </a:lvl9pPr>
          </a:lstStyle>
          <a:p>
            <a:pPr lvl="0"/>
            <a:r>
              <a:rPr lang="de-DE"/>
              <a:t>Text einfügen</a:t>
            </a:r>
            <a:br>
              <a:rPr lang="de-DE"/>
            </a:br>
            <a:r>
              <a:rPr lang="de-DE"/>
              <a:t>(Umbrüche </a:t>
            </a:r>
            <a:br>
              <a:rPr lang="de-DE"/>
            </a:br>
            <a:r>
              <a:rPr lang="de-DE"/>
              <a:t>passend setzten)</a:t>
            </a:r>
          </a:p>
        </p:txBody>
      </p:sp>
      <p:sp>
        <p:nvSpPr>
          <p:cNvPr id="9" name="Textplatzhalter 9"/>
          <p:cNvSpPr>
            <a:spLocks noGrp="1"/>
          </p:cNvSpPr>
          <p:nvPr>
            <p:ph type="body" sz="quarter" idx="15" hasCustomPrompt="1"/>
          </p:nvPr>
        </p:nvSpPr>
        <p:spPr>
          <a:xfrm>
            <a:off x="754138" y="5940110"/>
            <a:ext cx="10688852" cy="288000"/>
          </a:xfrm>
        </p:spPr>
        <p:txBody>
          <a:bodyPr anchor="b" anchorCtr="0"/>
          <a:lstStyle>
            <a:lvl1pPr marL="53997" indent="-53997">
              <a:lnSpc>
                <a:spcPct val="100000"/>
              </a:lnSpc>
              <a:spcBef>
                <a:spcPts val="0"/>
              </a:spcBef>
              <a:buFont typeface="Arial" panose="020B0604020202020204" pitchFamily="34" charset="0"/>
              <a:buChar char="*"/>
              <a:defRPr sz="800" b="0" cap="none" baseline="0">
                <a:solidFill>
                  <a:schemeClr val="tx1"/>
                </a:solidFill>
                <a:latin typeface="+mn-lt"/>
              </a:defRPr>
            </a:lvl1pPr>
            <a:lvl2pPr marL="0" indent="0">
              <a:lnSpc>
                <a:spcPct val="100000"/>
              </a:lnSpc>
              <a:buFont typeface="Arial" panose="020B0604020202020204" pitchFamily="34" charset="0"/>
              <a:buNone/>
              <a:defRPr sz="800" b="0" cap="none">
                <a:solidFill>
                  <a:schemeClr val="tx1"/>
                </a:solidFill>
                <a:latin typeface="+mn-lt"/>
              </a:defRPr>
            </a:lvl2pPr>
            <a:lvl3pPr marL="0" indent="0">
              <a:lnSpc>
                <a:spcPct val="100000"/>
              </a:lnSpc>
              <a:buFont typeface="Arial" panose="020B0604020202020204" pitchFamily="34" charset="0"/>
              <a:buNone/>
              <a:defRPr sz="800" b="0" cap="none">
                <a:solidFill>
                  <a:schemeClr val="tx1"/>
                </a:solidFill>
                <a:latin typeface="+mn-lt"/>
              </a:defRPr>
            </a:lvl3pPr>
            <a:lvl4pPr marL="0" indent="0">
              <a:lnSpc>
                <a:spcPct val="100000"/>
              </a:lnSpc>
              <a:buFont typeface="Arial" panose="020B0604020202020204" pitchFamily="34" charset="0"/>
              <a:buNone/>
              <a:defRPr sz="800" b="0" cap="none">
                <a:solidFill>
                  <a:schemeClr val="tx1"/>
                </a:solidFill>
                <a:latin typeface="+mn-lt"/>
              </a:defRPr>
            </a:lvl4pPr>
            <a:lvl5pPr marL="0" indent="0">
              <a:lnSpc>
                <a:spcPct val="100000"/>
              </a:lnSpc>
              <a:buFont typeface="Arial" panose="020B0604020202020204" pitchFamily="34" charset="0"/>
              <a:buNone/>
              <a:defRPr sz="800" b="0" cap="none">
                <a:solidFill>
                  <a:schemeClr val="tx1"/>
                </a:solidFill>
                <a:latin typeface="+mn-lt"/>
              </a:defRPr>
            </a:lvl5pPr>
            <a:lvl6pPr marL="0" indent="0">
              <a:lnSpc>
                <a:spcPct val="100000"/>
              </a:lnSpc>
              <a:buFont typeface="Arial" panose="020B0604020202020204" pitchFamily="34" charset="0"/>
              <a:buNone/>
              <a:defRPr sz="800" b="0" cap="none">
                <a:solidFill>
                  <a:schemeClr val="tx1"/>
                </a:solidFill>
                <a:latin typeface="+mn-lt"/>
              </a:defRPr>
            </a:lvl6pPr>
            <a:lvl7pPr marL="0" indent="0">
              <a:lnSpc>
                <a:spcPct val="100000"/>
              </a:lnSpc>
              <a:buFont typeface="Arial" panose="020B0604020202020204" pitchFamily="34" charset="0"/>
              <a:buNone/>
              <a:defRPr sz="800" b="0" cap="none">
                <a:solidFill>
                  <a:schemeClr val="tx1"/>
                </a:solidFill>
                <a:latin typeface="+mn-lt"/>
              </a:defRPr>
            </a:lvl7pPr>
            <a:lvl8pPr marL="0" indent="0">
              <a:lnSpc>
                <a:spcPct val="100000"/>
              </a:lnSpc>
              <a:buFont typeface="Arial" panose="020B0604020202020204" pitchFamily="34" charset="0"/>
              <a:buNone/>
              <a:defRPr sz="800" b="0" cap="none">
                <a:solidFill>
                  <a:schemeClr val="tx1"/>
                </a:solidFill>
                <a:latin typeface="+mn-lt"/>
              </a:defRPr>
            </a:lvl8pPr>
            <a:lvl9pPr marL="0" indent="0">
              <a:lnSpc>
                <a:spcPct val="100000"/>
              </a:lnSpc>
              <a:buFont typeface="Arial" panose="020B0604020202020204" pitchFamily="34" charset="0"/>
              <a:buNone/>
              <a:defRPr sz="800" b="0" cap="none">
                <a:solidFill>
                  <a:schemeClr val="tx1"/>
                </a:solidFill>
                <a:latin typeface="+mn-lt"/>
              </a:defRPr>
            </a:lvl9pPr>
          </a:lstStyle>
          <a:p>
            <a:pPr lvl="0"/>
            <a:r>
              <a:rPr lang="de-DE"/>
              <a:t>Fußnote etc. einfügen // für Quellenangabe (bzw. ohne Sternchen): Start // Absatz // Listenebene erhöhen/verringern</a:t>
            </a:r>
          </a:p>
        </p:txBody>
      </p:sp>
    </p:spTree>
    <p:extLst>
      <p:ext uri="{BB962C8B-B14F-4D97-AF65-F5344CB8AC3E}">
        <p14:creationId xmlns:p14="http://schemas.microsoft.com/office/powerpoint/2010/main" val="280951116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halt // Weltkarte mit Störer">
    <p:spTree>
      <p:nvGrpSpPr>
        <p:cNvPr id="1" name=""/>
        <p:cNvGrpSpPr/>
        <p:nvPr/>
      </p:nvGrpSpPr>
      <p:grpSpPr>
        <a:xfrm>
          <a:off x="0" y="0"/>
          <a:ext cx="0" cy="0"/>
          <a:chOff x="0" y="0"/>
          <a:chExt cx="0" cy="0"/>
        </a:xfrm>
      </p:grpSpPr>
      <p:sp>
        <p:nvSpPr>
          <p:cNvPr id="9" name="Textplatzhalter 9"/>
          <p:cNvSpPr>
            <a:spLocks noGrp="1"/>
          </p:cNvSpPr>
          <p:nvPr>
            <p:ph type="body" sz="quarter" idx="15" hasCustomPrompt="1"/>
          </p:nvPr>
        </p:nvSpPr>
        <p:spPr>
          <a:xfrm>
            <a:off x="754138" y="5940110"/>
            <a:ext cx="10688852" cy="288000"/>
          </a:xfrm>
        </p:spPr>
        <p:txBody>
          <a:bodyPr anchor="b" anchorCtr="0"/>
          <a:lstStyle>
            <a:lvl1pPr marL="53997" indent="-53997">
              <a:lnSpc>
                <a:spcPct val="100000"/>
              </a:lnSpc>
              <a:spcBef>
                <a:spcPts val="0"/>
              </a:spcBef>
              <a:buFont typeface="Arial" panose="020B0604020202020204" pitchFamily="34" charset="0"/>
              <a:buChar char="*"/>
              <a:defRPr sz="800" b="0" cap="none" baseline="0">
                <a:solidFill>
                  <a:schemeClr val="tx1"/>
                </a:solidFill>
                <a:latin typeface="+mn-lt"/>
              </a:defRPr>
            </a:lvl1pPr>
            <a:lvl2pPr marL="0" indent="0">
              <a:lnSpc>
                <a:spcPct val="100000"/>
              </a:lnSpc>
              <a:buFont typeface="Arial" panose="020B0604020202020204" pitchFamily="34" charset="0"/>
              <a:buNone/>
              <a:defRPr sz="800" b="0" cap="none">
                <a:solidFill>
                  <a:schemeClr val="tx1"/>
                </a:solidFill>
                <a:latin typeface="+mn-lt"/>
              </a:defRPr>
            </a:lvl2pPr>
            <a:lvl3pPr marL="0" indent="0">
              <a:lnSpc>
                <a:spcPct val="100000"/>
              </a:lnSpc>
              <a:buFont typeface="Arial" panose="020B0604020202020204" pitchFamily="34" charset="0"/>
              <a:buNone/>
              <a:defRPr sz="800" b="0" cap="none">
                <a:solidFill>
                  <a:schemeClr val="tx1"/>
                </a:solidFill>
                <a:latin typeface="+mn-lt"/>
              </a:defRPr>
            </a:lvl3pPr>
            <a:lvl4pPr marL="0" indent="0">
              <a:lnSpc>
                <a:spcPct val="100000"/>
              </a:lnSpc>
              <a:buFont typeface="Arial" panose="020B0604020202020204" pitchFamily="34" charset="0"/>
              <a:buNone/>
              <a:defRPr sz="800" b="0" cap="none">
                <a:solidFill>
                  <a:schemeClr val="tx1"/>
                </a:solidFill>
                <a:latin typeface="+mn-lt"/>
              </a:defRPr>
            </a:lvl4pPr>
            <a:lvl5pPr marL="0" indent="0">
              <a:lnSpc>
                <a:spcPct val="100000"/>
              </a:lnSpc>
              <a:buFont typeface="Arial" panose="020B0604020202020204" pitchFamily="34" charset="0"/>
              <a:buNone/>
              <a:defRPr sz="800" b="0" cap="none">
                <a:solidFill>
                  <a:schemeClr val="tx1"/>
                </a:solidFill>
                <a:latin typeface="+mn-lt"/>
              </a:defRPr>
            </a:lvl5pPr>
            <a:lvl6pPr marL="0" indent="0">
              <a:lnSpc>
                <a:spcPct val="100000"/>
              </a:lnSpc>
              <a:buFont typeface="Arial" panose="020B0604020202020204" pitchFamily="34" charset="0"/>
              <a:buNone/>
              <a:defRPr sz="800" b="0" cap="none">
                <a:solidFill>
                  <a:schemeClr val="tx1"/>
                </a:solidFill>
                <a:latin typeface="+mn-lt"/>
              </a:defRPr>
            </a:lvl6pPr>
            <a:lvl7pPr marL="0" indent="0">
              <a:lnSpc>
                <a:spcPct val="100000"/>
              </a:lnSpc>
              <a:buFont typeface="Arial" panose="020B0604020202020204" pitchFamily="34" charset="0"/>
              <a:buNone/>
              <a:defRPr sz="800" b="0" cap="none">
                <a:solidFill>
                  <a:schemeClr val="tx1"/>
                </a:solidFill>
                <a:latin typeface="+mn-lt"/>
              </a:defRPr>
            </a:lvl7pPr>
            <a:lvl8pPr marL="0" indent="0">
              <a:lnSpc>
                <a:spcPct val="100000"/>
              </a:lnSpc>
              <a:buFont typeface="Arial" panose="020B0604020202020204" pitchFamily="34" charset="0"/>
              <a:buNone/>
              <a:defRPr sz="800" b="0" cap="none">
                <a:solidFill>
                  <a:schemeClr val="tx1"/>
                </a:solidFill>
                <a:latin typeface="+mn-lt"/>
              </a:defRPr>
            </a:lvl8pPr>
            <a:lvl9pPr marL="0" indent="0">
              <a:lnSpc>
                <a:spcPct val="100000"/>
              </a:lnSpc>
              <a:buFont typeface="Arial" panose="020B0604020202020204" pitchFamily="34" charset="0"/>
              <a:buNone/>
              <a:defRPr sz="800" b="0" cap="none">
                <a:solidFill>
                  <a:schemeClr val="tx1"/>
                </a:solidFill>
                <a:latin typeface="+mn-lt"/>
              </a:defRPr>
            </a:lvl9pPr>
          </a:lstStyle>
          <a:p>
            <a:pPr lvl="0"/>
            <a:r>
              <a:rPr lang="de-DE"/>
              <a:t>Fußnote etc. einfügen // für Quellenangabe (bzw. ohne Sternchen): Start // Absatz // Listenebene erhöhen/verringern</a:t>
            </a:r>
          </a:p>
        </p:txBody>
      </p:sp>
      <p:sp>
        <p:nvSpPr>
          <p:cNvPr id="2" name="Titel 1"/>
          <p:cNvSpPr>
            <a:spLocks noGrp="1"/>
          </p:cNvSpPr>
          <p:nvPr>
            <p:ph type="title" hasCustomPrompt="1"/>
          </p:nvPr>
        </p:nvSpPr>
        <p:spPr/>
        <p:txBody>
          <a:bodyPr/>
          <a:lstStyle/>
          <a:p>
            <a:r>
              <a:rPr lang="de-DE"/>
              <a:t>Headline</a:t>
            </a:r>
          </a:p>
        </p:txBody>
      </p:sp>
      <p:sp>
        <p:nvSpPr>
          <p:cNvPr id="3" name="Datumsplatzhalter 2"/>
          <p:cNvSpPr>
            <a:spLocks noGrp="1"/>
          </p:cNvSpPr>
          <p:nvPr>
            <p:ph type="dt" sz="half" idx="10"/>
          </p:nvPr>
        </p:nvSpPr>
        <p:spPr/>
        <p:txBody>
          <a:bodyPr/>
          <a:lstStyle/>
          <a:p>
            <a:r>
              <a:rPr lang="de-DE"/>
              <a:t>Prof. Dr.-Ing. F. Leitner-Fischer / Daniel Stimac</a:t>
            </a:r>
          </a:p>
        </p:txBody>
      </p:sp>
      <p:sp>
        <p:nvSpPr>
          <p:cNvPr id="4" name="Fußzeilenplatzhalter 3"/>
          <p:cNvSpPr>
            <a:spLocks noGrp="1"/>
          </p:cNvSpPr>
          <p:nvPr>
            <p:ph type="ftr" sz="quarter" idx="11"/>
          </p:nvPr>
        </p:nvSpPr>
        <p:spPr/>
        <p:txBody>
          <a:bodyPr/>
          <a:lstStyle/>
          <a:p>
            <a:r>
              <a:rPr lang="de-DE"/>
              <a:t>Software Engineering</a:t>
            </a:r>
          </a:p>
        </p:txBody>
      </p:sp>
      <p:sp>
        <p:nvSpPr>
          <p:cNvPr id="5" name="Foliennummernplatzhalter 4"/>
          <p:cNvSpPr>
            <a:spLocks noGrp="1"/>
          </p:cNvSpPr>
          <p:nvPr>
            <p:ph type="sldNum" sz="quarter" idx="12"/>
          </p:nvPr>
        </p:nvSpPr>
        <p:spPr/>
        <p:txBody>
          <a:bodyPr/>
          <a:lstStyle/>
          <a:p>
            <a:fld id="{F5A77263-DD59-416C-A906-BA1A9DD16C04}" type="slidenum">
              <a:rPr lang="de-DE" smtClean="0"/>
              <a:pPr/>
              <a:t>‹Nr.›</a:t>
            </a:fld>
            <a:endParaRPr lang="de-DE"/>
          </a:p>
        </p:txBody>
      </p:sp>
      <p:sp>
        <p:nvSpPr>
          <p:cNvPr id="7" name="Inhaltsplatzhalter 6"/>
          <p:cNvSpPr>
            <a:spLocks noGrp="1"/>
          </p:cNvSpPr>
          <p:nvPr>
            <p:ph sz="quarter" idx="13" hasCustomPrompt="1"/>
          </p:nvPr>
        </p:nvSpPr>
        <p:spPr>
          <a:xfrm>
            <a:off x="753186" y="1396839"/>
            <a:ext cx="10687850" cy="2527239"/>
          </a:xfrm>
        </p:spPr>
        <p:txBody>
          <a:bodyPr/>
          <a:lstStyle>
            <a:lvl1pPr>
              <a:lnSpc>
                <a:spcPts val="2200"/>
              </a:lnSpc>
              <a:defRPr/>
            </a:lvl1pPr>
          </a:lstStyle>
          <a:p>
            <a:pPr lvl="0"/>
            <a:r>
              <a:rPr lang="de-DE"/>
              <a:t>Aufzählungspunkt oder Inhalt einfügen // für Fließtext und Zwischenheadline: Start // Absatz // Listenebene erhöhen/verringern</a:t>
            </a:r>
          </a:p>
          <a:p>
            <a:pPr lvl="1"/>
            <a:r>
              <a:rPr lang="de-DE"/>
              <a:t>Zweite Ebene</a:t>
            </a:r>
          </a:p>
          <a:p>
            <a:pPr lvl="2"/>
            <a:r>
              <a:rPr lang="de-DE"/>
              <a:t>Dritte Ebene</a:t>
            </a:r>
          </a:p>
          <a:p>
            <a:pPr lvl="3"/>
            <a:r>
              <a:rPr lang="de-DE"/>
              <a:t>Vierte Ebene</a:t>
            </a:r>
          </a:p>
          <a:p>
            <a:pPr lvl="4"/>
            <a:r>
              <a:rPr lang="de-DE"/>
              <a:t>Fünfte Ebene</a:t>
            </a:r>
          </a:p>
          <a:p>
            <a:pPr lvl="5"/>
            <a:r>
              <a:rPr lang="de-DE"/>
              <a:t>Sechste Ebene</a:t>
            </a:r>
          </a:p>
          <a:p>
            <a:pPr lvl="6"/>
            <a:r>
              <a:rPr lang="de-DE"/>
              <a:t>Siebte Ebene</a:t>
            </a:r>
          </a:p>
          <a:p>
            <a:pPr lvl="7"/>
            <a:r>
              <a:rPr lang="de-DE"/>
              <a:t>Achte Ebene</a:t>
            </a:r>
          </a:p>
          <a:p>
            <a:pPr lvl="8"/>
            <a:r>
              <a:rPr lang="de-DE"/>
              <a:t>Neunte Ebene</a:t>
            </a:r>
          </a:p>
        </p:txBody>
      </p:sp>
      <p:sp>
        <p:nvSpPr>
          <p:cNvPr id="8" name="Textplatzhalter 14"/>
          <p:cNvSpPr>
            <a:spLocks noGrp="1" noChangeAspect="1"/>
          </p:cNvSpPr>
          <p:nvPr>
            <p:ph type="body" sz="quarter" idx="17" hasCustomPrompt="1"/>
          </p:nvPr>
        </p:nvSpPr>
        <p:spPr>
          <a:xfrm>
            <a:off x="9403004" y="4907880"/>
            <a:ext cx="2038031" cy="1656000"/>
          </a:xfrm>
          <a:prstGeom prst="ellipse">
            <a:avLst/>
          </a:prstGeom>
          <a:solidFill>
            <a:schemeClr val="accent2"/>
          </a:solidFill>
          <a:effectLst>
            <a:innerShdw blurRad="1270000">
              <a:prstClr val="black">
                <a:alpha val="15000"/>
              </a:prstClr>
            </a:innerShdw>
          </a:effectLst>
        </p:spPr>
        <p:txBody>
          <a:bodyPr wrap="none" lIns="0" tIns="0" bIns="108000" anchor="ctr" anchorCtr="0"/>
          <a:lstStyle>
            <a:lvl1pPr marL="0" indent="0" algn="ctr">
              <a:lnSpc>
                <a:spcPts val="1900"/>
              </a:lnSpc>
              <a:spcBef>
                <a:spcPts val="0"/>
              </a:spcBef>
              <a:buFont typeface="Arial" panose="020B0604020202020204" pitchFamily="34" charset="0"/>
              <a:buNone/>
              <a:defRPr sz="1400" b="0" i="1" u="sng" baseline="0">
                <a:solidFill>
                  <a:schemeClr val="bg1"/>
                </a:solidFill>
                <a:latin typeface="+mn-lt"/>
              </a:defRPr>
            </a:lvl1pPr>
            <a:lvl2pPr marL="0" indent="0" algn="ctr">
              <a:lnSpc>
                <a:spcPts val="1900"/>
              </a:lnSpc>
              <a:spcBef>
                <a:spcPts val="0"/>
              </a:spcBef>
              <a:buFont typeface="Arial" panose="020B0604020202020204" pitchFamily="34" charset="0"/>
              <a:buNone/>
              <a:defRPr sz="1400" b="0" i="1" u="sng" cap="none">
                <a:solidFill>
                  <a:schemeClr val="bg1"/>
                </a:solidFill>
                <a:latin typeface="+mn-lt"/>
              </a:defRPr>
            </a:lvl2pPr>
            <a:lvl3pPr marL="0" indent="0" algn="ctr">
              <a:lnSpc>
                <a:spcPts val="1900"/>
              </a:lnSpc>
              <a:spcBef>
                <a:spcPts val="0"/>
              </a:spcBef>
              <a:buFont typeface="Arial" panose="020B0604020202020204" pitchFamily="34" charset="0"/>
              <a:buNone/>
              <a:defRPr sz="1400" b="0" i="1" u="sng" cap="none">
                <a:solidFill>
                  <a:schemeClr val="bg1"/>
                </a:solidFill>
                <a:latin typeface="+mn-lt"/>
              </a:defRPr>
            </a:lvl3pPr>
            <a:lvl4pPr marL="0" indent="0" algn="ctr">
              <a:lnSpc>
                <a:spcPts val="1900"/>
              </a:lnSpc>
              <a:spcBef>
                <a:spcPts val="0"/>
              </a:spcBef>
              <a:buFont typeface="Arial" panose="020B0604020202020204" pitchFamily="34" charset="0"/>
              <a:buNone/>
              <a:defRPr sz="1400" b="0" i="1" u="sng" cap="none">
                <a:solidFill>
                  <a:schemeClr val="bg1"/>
                </a:solidFill>
                <a:latin typeface="+mn-lt"/>
              </a:defRPr>
            </a:lvl4pPr>
            <a:lvl5pPr marL="0" indent="0" algn="ctr">
              <a:lnSpc>
                <a:spcPts val="1900"/>
              </a:lnSpc>
              <a:spcBef>
                <a:spcPts val="0"/>
              </a:spcBef>
              <a:buFont typeface="Arial" panose="020B0604020202020204" pitchFamily="34" charset="0"/>
              <a:buNone/>
              <a:defRPr sz="1400" b="0" i="1" u="sng" cap="none">
                <a:solidFill>
                  <a:schemeClr val="bg1"/>
                </a:solidFill>
                <a:latin typeface="+mn-lt"/>
              </a:defRPr>
            </a:lvl5pPr>
            <a:lvl6pPr marL="0" indent="0" algn="ctr">
              <a:lnSpc>
                <a:spcPts val="1900"/>
              </a:lnSpc>
              <a:spcBef>
                <a:spcPts val="0"/>
              </a:spcBef>
              <a:buFont typeface="Arial" panose="020B0604020202020204" pitchFamily="34" charset="0"/>
              <a:buNone/>
              <a:defRPr sz="1400" b="0" i="1" u="sng" cap="none">
                <a:solidFill>
                  <a:schemeClr val="bg1"/>
                </a:solidFill>
                <a:latin typeface="+mn-lt"/>
              </a:defRPr>
            </a:lvl6pPr>
            <a:lvl7pPr marL="0" indent="0" algn="ctr">
              <a:lnSpc>
                <a:spcPts val="1900"/>
              </a:lnSpc>
              <a:spcBef>
                <a:spcPts val="0"/>
              </a:spcBef>
              <a:buFont typeface="Arial" panose="020B0604020202020204" pitchFamily="34" charset="0"/>
              <a:buNone/>
              <a:defRPr sz="1400" b="0" i="1" u="sng" cap="none">
                <a:solidFill>
                  <a:schemeClr val="bg1"/>
                </a:solidFill>
                <a:latin typeface="+mn-lt"/>
              </a:defRPr>
            </a:lvl7pPr>
            <a:lvl8pPr marL="0" indent="0" algn="ctr">
              <a:lnSpc>
                <a:spcPts val="1900"/>
              </a:lnSpc>
              <a:spcBef>
                <a:spcPts val="0"/>
              </a:spcBef>
              <a:buFont typeface="Arial" panose="020B0604020202020204" pitchFamily="34" charset="0"/>
              <a:buNone/>
              <a:defRPr sz="1400" b="0" i="1" u="sng" cap="none">
                <a:solidFill>
                  <a:schemeClr val="bg1"/>
                </a:solidFill>
                <a:latin typeface="+mn-lt"/>
              </a:defRPr>
            </a:lvl8pPr>
            <a:lvl9pPr marL="0" indent="0" algn="ctr">
              <a:lnSpc>
                <a:spcPts val="1900"/>
              </a:lnSpc>
              <a:spcBef>
                <a:spcPts val="0"/>
              </a:spcBef>
              <a:buFont typeface="Arial" panose="020B0604020202020204" pitchFamily="34" charset="0"/>
              <a:buNone/>
              <a:defRPr sz="1400" b="0" i="1" u="sng" cap="none">
                <a:solidFill>
                  <a:schemeClr val="bg1"/>
                </a:solidFill>
                <a:latin typeface="+mn-lt"/>
              </a:defRPr>
            </a:lvl9pPr>
          </a:lstStyle>
          <a:p>
            <a:pPr lvl="0"/>
            <a:r>
              <a:rPr lang="de-DE"/>
              <a:t>Text einfügen</a:t>
            </a:r>
            <a:br>
              <a:rPr lang="de-DE"/>
            </a:br>
            <a:r>
              <a:rPr lang="de-DE"/>
              <a:t>(Umbrüche </a:t>
            </a:r>
            <a:br>
              <a:rPr lang="de-DE"/>
            </a:br>
            <a:r>
              <a:rPr lang="de-DE"/>
              <a:t>passend setzten)</a:t>
            </a:r>
          </a:p>
        </p:txBody>
      </p:sp>
      <p:pic>
        <p:nvPicPr>
          <p:cNvPr id="6" name="Grafik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472593" y="4000680"/>
            <a:ext cx="5640030" cy="2279940"/>
          </a:xfrm>
          <a:prstGeom prst="rect">
            <a:avLst/>
          </a:prstGeom>
        </p:spPr>
      </p:pic>
    </p:spTree>
    <p:extLst>
      <p:ext uri="{BB962C8B-B14F-4D97-AF65-F5344CB8AC3E}">
        <p14:creationId xmlns:p14="http://schemas.microsoft.com/office/powerpoint/2010/main" val="302250296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alt schmal // Europakarte">
    <p:spTree>
      <p:nvGrpSpPr>
        <p:cNvPr id="1" name=""/>
        <p:cNvGrpSpPr/>
        <p:nvPr/>
      </p:nvGrpSpPr>
      <p:grpSpPr>
        <a:xfrm>
          <a:off x="0" y="0"/>
          <a:ext cx="0" cy="0"/>
          <a:chOff x="0" y="0"/>
          <a:chExt cx="0" cy="0"/>
        </a:xfrm>
      </p:grpSpPr>
      <p:pic>
        <p:nvPicPr>
          <p:cNvPr id="6" name="Grafik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583729" y="1404000"/>
            <a:ext cx="5606631" cy="4824000"/>
          </a:xfrm>
          <a:prstGeom prst="rect">
            <a:avLst/>
          </a:prstGeom>
        </p:spPr>
      </p:pic>
      <p:sp>
        <p:nvSpPr>
          <p:cNvPr id="2" name="Titel 1"/>
          <p:cNvSpPr>
            <a:spLocks noGrp="1"/>
          </p:cNvSpPr>
          <p:nvPr>
            <p:ph type="title" hasCustomPrompt="1"/>
          </p:nvPr>
        </p:nvSpPr>
        <p:spPr/>
        <p:txBody>
          <a:bodyPr/>
          <a:lstStyle/>
          <a:p>
            <a:r>
              <a:rPr lang="de-DE"/>
              <a:t>Headline</a:t>
            </a:r>
          </a:p>
        </p:txBody>
      </p:sp>
      <p:sp>
        <p:nvSpPr>
          <p:cNvPr id="3" name="Datumsplatzhalter 2"/>
          <p:cNvSpPr>
            <a:spLocks noGrp="1"/>
          </p:cNvSpPr>
          <p:nvPr>
            <p:ph type="dt" sz="half" idx="10"/>
          </p:nvPr>
        </p:nvSpPr>
        <p:spPr/>
        <p:txBody>
          <a:bodyPr/>
          <a:lstStyle/>
          <a:p>
            <a:r>
              <a:rPr lang="de-DE"/>
              <a:t>Prof. Dr.-Ing. F. Leitner-Fischer / Daniel Stimac</a:t>
            </a:r>
          </a:p>
        </p:txBody>
      </p:sp>
      <p:sp>
        <p:nvSpPr>
          <p:cNvPr id="4" name="Fußzeilenplatzhalter 3"/>
          <p:cNvSpPr>
            <a:spLocks noGrp="1"/>
          </p:cNvSpPr>
          <p:nvPr>
            <p:ph type="ftr" sz="quarter" idx="11"/>
          </p:nvPr>
        </p:nvSpPr>
        <p:spPr/>
        <p:txBody>
          <a:bodyPr/>
          <a:lstStyle/>
          <a:p>
            <a:r>
              <a:rPr lang="de-DE"/>
              <a:t>Software Engineering</a:t>
            </a:r>
          </a:p>
        </p:txBody>
      </p:sp>
      <p:sp>
        <p:nvSpPr>
          <p:cNvPr id="5" name="Foliennummernplatzhalter 4"/>
          <p:cNvSpPr>
            <a:spLocks noGrp="1"/>
          </p:cNvSpPr>
          <p:nvPr>
            <p:ph type="sldNum" sz="quarter" idx="12"/>
          </p:nvPr>
        </p:nvSpPr>
        <p:spPr/>
        <p:txBody>
          <a:bodyPr/>
          <a:lstStyle/>
          <a:p>
            <a:fld id="{F5A77263-DD59-416C-A906-BA1A9DD16C04}" type="slidenum">
              <a:rPr lang="de-DE" smtClean="0"/>
              <a:pPr/>
              <a:t>‹Nr.›</a:t>
            </a:fld>
            <a:endParaRPr lang="de-DE"/>
          </a:p>
        </p:txBody>
      </p:sp>
      <p:sp>
        <p:nvSpPr>
          <p:cNvPr id="7" name="Inhaltsplatzhalter 6"/>
          <p:cNvSpPr>
            <a:spLocks noGrp="1"/>
          </p:cNvSpPr>
          <p:nvPr>
            <p:ph sz="quarter" idx="13" hasCustomPrompt="1"/>
          </p:nvPr>
        </p:nvSpPr>
        <p:spPr>
          <a:xfrm>
            <a:off x="753186" y="2124074"/>
            <a:ext cx="6468534" cy="4105275"/>
          </a:xfrm>
        </p:spPr>
        <p:txBody>
          <a:bodyPr/>
          <a:lstStyle>
            <a:lvl1pPr>
              <a:defRPr/>
            </a:lvl1pPr>
          </a:lstStyle>
          <a:p>
            <a:pPr lvl="0"/>
            <a:r>
              <a:rPr lang="de-DE"/>
              <a:t>Aufzählungspunkt oder Inhalt einfügen // für Fließtext und Zwischenheadline: Start // Absatz // Listenebene erhöhen/verringern</a:t>
            </a:r>
          </a:p>
          <a:p>
            <a:pPr lvl="1"/>
            <a:r>
              <a:rPr lang="de-DE"/>
              <a:t>Zweite Ebene</a:t>
            </a:r>
          </a:p>
          <a:p>
            <a:pPr lvl="2"/>
            <a:r>
              <a:rPr lang="de-DE"/>
              <a:t>Dritte Ebene</a:t>
            </a:r>
          </a:p>
          <a:p>
            <a:pPr lvl="3"/>
            <a:r>
              <a:rPr lang="de-DE"/>
              <a:t>Vierte Ebene</a:t>
            </a:r>
          </a:p>
          <a:p>
            <a:pPr lvl="4"/>
            <a:r>
              <a:rPr lang="de-DE"/>
              <a:t>Fünfte Ebene</a:t>
            </a:r>
          </a:p>
          <a:p>
            <a:pPr lvl="5"/>
            <a:r>
              <a:rPr lang="de-DE"/>
              <a:t>Sechste Ebene</a:t>
            </a:r>
          </a:p>
          <a:p>
            <a:pPr lvl="6"/>
            <a:r>
              <a:rPr lang="de-DE"/>
              <a:t>Siebte Ebene</a:t>
            </a:r>
          </a:p>
          <a:p>
            <a:pPr lvl="7"/>
            <a:r>
              <a:rPr lang="de-DE"/>
              <a:t>Achte Ebene</a:t>
            </a:r>
          </a:p>
          <a:p>
            <a:pPr lvl="8"/>
            <a:r>
              <a:rPr lang="de-DE"/>
              <a:t>Neunte Ebene</a:t>
            </a:r>
          </a:p>
        </p:txBody>
      </p:sp>
    </p:spTree>
    <p:extLst>
      <p:ext uri="{BB962C8B-B14F-4D97-AF65-F5344CB8AC3E}">
        <p14:creationId xmlns:p14="http://schemas.microsoft.com/office/powerpoint/2010/main" val="146621736"/>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alt schmal // Karte Baden-Württember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Headline</a:t>
            </a:r>
          </a:p>
        </p:txBody>
      </p:sp>
      <p:sp>
        <p:nvSpPr>
          <p:cNvPr id="3" name="Datumsplatzhalter 2"/>
          <p:cNvSpPr>
            <a:spLocks noGrp="1"/>
          </p:cNvSpPr>
          <p:nvPr>
            <p:ph type="dt" sz="half" idx="10"/>
          </p:nvPr>
        </p:nvSpPr>
        <p:spPr/>
        <p:txBody>
          <a:bodyPr/>
          <a:lstStyle/>
          <a:p>
            <a:r>
              <a:rPr lang="de-DE"/>
              <a:t>Prof. Dr.-Ing. F. Leitner-Fischer / Daniel Stimac</a:t>
            </a:r>
          </a:p>
        </p:txBody>
      </p:sp>
      <p:sp>
        <p:nvSpPr>
          <p:cNvPr id="4" name="Fußzeilenplatzhalter 3"/>
          <p:cNvSpPr>
            <a:spLocks noGrp="1"/>
          </p:cNvSpPr>
          <p:nvPr>
            <p:ph type="ftr" sz="quarter" idx="11"/>
          </p:nvPr>
        </p:nvSpPr>
        <p:spPr/>
        <p:txBody>
          <a:bodyPr/>
          <a:lstStyle/>
          <a:p>
            <a:r>
              <a:rPr lang="de-DE"/>
              <a:t>Software Engineering</a:t>
            </a:r>
          </a:p>
        </p:txBody>
      </p:sp>
      <p:sp>
        <p:nvSpPr>
          <p:cNvPr id="5" name="Foliennummernplatzhalter 4"/>
          <p:cNvSpPr>
            <a:spLocks noGrp="1"/>
          </p:cNvSpPr>
          <p:nvPr>
            <p:ph type="sldNum" sz="quarter" idx="12"/>
          </p:nvPr>
        </p:nvSpPr>
        <p:spPr/>
        <p:txBody>
          <a:bodyPr/>
          <a:lstStyle/>
          <a:p>
            <a:fld id="{F5A77263-DD59-416C-A906-BA1A9DD16C04}" type="slidenum">
              <a:rPr lang="de-DE" smtClean="0"/>
              <a:pPr/>
              <a:t>‹Nr.›</a:t>
            </a:fld>
            <a:endParaRPr lang="de-DE"/>
          </a:p>
        </p:txBody>
      </p:sp>
      <p:sp>
        <p:nvSpPr>
          <p:cNvPr id="7" name="Inhaltsplatzhalter 6"/>
          <p:cNvSpPr>
            <a:spLocks noGrp="1"/>
          </p:cNvSpPr>
          <p:nvPr>
            <p:ph sz="quarter" idx="13" hasCustomPrompt="1"/>
          </p:nvPr>
        </p:nvSpPr>
        <p:spPr>
          <a:xfrm>
            <a:off x="753186" y="2124074"/>
            <a:ext cx="6468534" cy="4105275"/>
          </a:xfrm>
        </p:spPr>
        <p:txBody>
          <a:bodyPr/>
          <a:lstStyle>
            <a:lvl1pPr>
              <a:defRPr/>
            </a:lvl1pPr>
            <a:lvl7pPr>
              <a:spcAft>
                <a:spcPts val="709"/>
              </a:spcAft>
              <a:defRPr/>
            </a:lvl7pPr>
          </a:lstStyle>
          <a:p>
            <a:pPr lvl="0"/>
            <a:r>
              <a:rPr lang="de-DE"/>
              <a:t>Aufzählungspunkt oder Inhalt einfügen // für Fließtext und Zwischenheadline: Start // Absatz // Listenebene erhöhen/verringern</a:t>
            </a:r>
          </a:p>
          <a:p>
            <a:pPr lvl="1"/>
            <a:r>
              <a:rPr lang="de-DE"/>
              <a:t>Zweite Ebene</a:t>
            </a:r>
          </a:p>
          <a:p>
            <a:pPr lvl="2"/>
            <a:r>
              <a:rPr lang="de-DE"/>
              <a:t>Dritte Ebene</a:t>
            </a:r>
          </a:p>
          <a:p>
            <a:pPr lvl="3"/>
            <a:r>
              <a:rPr lang="de-DE"/>
              <a:t>Vierte Ebene</a:t>
            </a:r>
          </a:p>
          <a:p>
            <a:pPr lvl="4"/>
            <a:r>
              <a:rPr lang="de-DE"/>
              <a:t>Fünfte Ebene</a:t>
            </a:r>
          </a:p>
          <a:p>
            <a:pPr lvl="5"/>
            <a:r>
              <a:rPr lang="de-DE"/>
              <a:t>Sechste Ebene</a:t>
            </a:r>
          </a:p>
          <a:p>
            <a:pPr lvl="6"/>
            <a:r>
              <a:rPr lang="de-DE"/>
              <a:t>Siebte Ebene</a:t>
            </a:r>
          </a:p>
          <a:p>
            <a:pPr lvl="7"/>
            <a:r>
              <a:rPr lang="de-DE"/>
              <a:t>Achte Ebene</a:t>
            </a:r>
          </a:p>
          <a:p>
            <a:pPr lvl="8"/>
            <a:r>
              <a:rPr lang="de-DE"/>
              <a:t>Neunte Ebene</a:t>
            </a:r>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75024" y="2124074"/>
            <a:ext cx="4466012" cy="4248000"/>
          </a:xfrm>
          <a:prstGeom prst="rect">
            <a:avLst/>
          </a:prstGeom>
          <a:effectLst>
            <a:outerShdw blurRad="63500" dist="38100" dir="3000000" algn="tl" rotWithShape="0">
              <a:prstClr val="black">
                <a:alpha val="10000"/>
              </a:prstClr>
            </a:outerShdw>
          </a:effectLst>
        </p:spPr>
      </p:pic>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748142" y="2709714"/>
            <a:ext cx="1230389" cy="756000"/>
          </a:xfrm>
          <a:prstGeom prst="rect">
            <a:avLst/>
          </a:prstGeom>
          <a:effectLst/>
        </p:spPr>
      </p:pic>
    </p:spTree>
    <p:extLst>
      <p:ext uri="{BB962C8B-B14F-4D97-AF65-F5344CB8AC3E}">
        <p14:creationId xmlns:p14="http://schemas.microsoft.com/office/powerpoint/2010/main" val="726843971"/>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eadline 2-zeilig // 2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754140" y="1260478"/>
            <a:ext cx="10686896" cy="863599"/>
          </a:xfrm>
        </p:spPr>
        <p:txBody>
          <a:bodyPr/>
          <a:lstStyle>
            <a:lvl1pPr>
              <a:defRPr baseline="0"/>
            </a:lvl1pPr>
          </a:lstStyle>
          <a:p>
            <a:r>
              <a:rPr lang="de-DE"/>
              <a:t>Headline</a:t>
            </a:r>
            <a:br>
              <a:rPr lang="de-DE"/>
            </a:br>
            <a:r>
              <a:rPr lang="de-DE"/>
              <a:t>auch zweizeilig</a:t>
            </a:r>
          </a:p>
        </p:txBody>
      </p:sp>
      <p:sp>
        <p:nvSpPr>
          <p:cNvPr id="3" name="Datumsplatzhalter 2"/>
          <p:cNvSpPr>
            <a:spLocks noGrp="1"/>
          </p:cNvSpPr>
          <p:nvPr>
            <p:ph type="dt" sz="half" idx="10"/>
          </p:nvPr>
        </p:nvSpPr>
        <p:spPr/>
        <p:txBody>
          <a:bodyPr/>
          <a:lstStyle/>
          <a:p>
            <a:r>
              <a:rPr lang="de-DE"/>
              <a:t>Prof. Dr.-Ing. F. Leitner-Fischer / Daniel Stimac</a:t>
            </a:r>
          </a:p>
        </p:txBody>
      </p:sp>
      <p:sp>
        <p:nvSpPr>
          <p:cNvPr id="4" name="Fußzeilenplatzhalter 3"/>
          <p:cNvSpPr>
            <a:spLocks noGrp="1"/>
          </p:cNvSpPr>
          <p:nvPr>
            <p:ph type="ftr" sz="quarter" idx="11"/>
          </p:nvPr>
        </p:nvSpPr>
        <p:spPr/>
        <p:txBody>
          <a:bodyPr/>
          <a:lstStyle/>
          <a:p>
            <a:r>
              <a:rPr lang="de-DE"/>
              <a:t>Software Engineering</a:t>
            </a:r>
          </a:p>
        </p:txBody>
      </p:sp>
      <p:sp>
        <p:nvSpPr>
          <p:cNvPr id="5" name="Foliennummernplatzhalter 4"/>
          <p:cNvSpPr>
            <a:spLocks noGrp="1"/>
          </p:cNvSpPr>
          <p:nvPr>
            <p:ph type="sldNum" sz="quarter" idx="12"/>
          </p:nvPr>
        </p:nvSpPr>
        <p:spPr/>
        <p:txBody>
          <a:bodyPr/>
          <a:lstStyle/>
          <a:p>
            <a:fld id="{F5A77263-DD59-416C-A906-BA1A9DD16C04}" type="slidenum">
              <a:rPr lang="de-DE" smtClean="0"/>
              <a:pPr/>
              <a:t>‹Nr.›</a:t>
            </a:fld>
            <a:endParaRPr lang="de-DE"/>
          </a:p>
        </p:txBody>
      </p:sp>
      <p:sp>
        <p:nvSpPr>
          <p:cNvPr id="7" name="Inhaltsplatzhalter 6"/>
          <p:cNvSpPr>
            <a:spLocks noGrp="1"/>
          </p:cNvSpPr>
          <p:nvPr>
            <p:ph sz="quarter" idx="13" hasCustomPrompt="1"/>
          </p:nvPr>
        </p:nvSpPr>
        <p:spPr>
          <a:xfrm>
            <a:off x="753184" y="2520951"/>
            <a:ext cx="5892569" cy="3132000"/>
          </a:xfrm>
        </p:spPr>
        <p:txBody>
          <a:bodyPr/>
          <a:lstStyle>
            <a:lvl1pPr>
              <a:defRPr/>
            </a:lvl1pPr>
          </a:lstStyle>
          <a:p>
            <a:pPr lvl="0"/>
            <a:r>
              <a:rPr lang="de-DE"/>
              <a:t>Aufzählungspunkt oder Inhalt einfügen // für Fließtext und Zwischenheadline: Start // Absatz // Listenebene erhöhen/verringern</a:t>
            </a:r>
          </a:p>
          <a:p>
            <a:pPr lvl="1"/>
            <a:r>
              <a:rPr lang="de-DE"/>
              <a:t>Zweite Ebene</a:t>
            </a:r>
          </a:p>
          <a:p>
            <a:pPr lvl="2"/>
            <a:r>
              <a:rPr lang="de-DE"/>
              <a:t>Dritte Ebene</a:t>
            </a:r>
          </a:p>
          <a:p>
            <a:pPr lvl="3"/>
            <a:r>
              <a:rPr lang="de-DE"/>
              <a:t>Vierte Ebene</a:t>
            </a:r>
          </a:p>
          <a:p>
            <a:pPr lvl="4"/>
            <a:r>
              <a:rPr lang="de-DE"/>
              <a:t>Fünfte Ebene</a:t>
            </a:r>
          </a:p>
          <a:p>
            <a:pPr lvl="5"/>
            <a:r>
              <a:rPr lang="de-DE"/>
              <a:t>Sechste Ebene</a:t>
            </a:r>
          </a:p>
          <a:p>
            <a:pPr lvl="6"/>
            <a:r>
              <a:rPr lang="de-DE"/>
              <a:t>Siebte Ebene</a:t>
            </a:r>
          </a:p>
          <a:p>
            <a:pPr lvl="7"/>
            <a:r>
              <a:rPr lang="de-DE"/>
              <a:t>Achte Ebene</a:t>
            </a:r>
          </a:p>
          <a:p>
            <a:pPr lvl="8"/>
            <a:r>
              <a:rPr lang="de-DE"/>
              <a:t>Neunte Ebene</a:t>
            </a:r>
          </a:p>
        </p:txBody>
      </p:sp>
      <p:sp>
        <p:nvSpPr>
          <p:cNvPr id="8" name="Inhaltsplatzhalter 6"/>
          <p:cNvSpPr>
            <a:spLocks noGrp="1"/>
          </p:cNvSpPr>
          <p:nvPr>
            <p:ph sz="quarter" idx="14" hasCustomPrompt="1"/>
          </p:nvPr>
        </p:nvSpPr>
        <p:spPr>
          <a:xfrm>
            <a:off x="7088805" y="2520951"/>
            <a:ext cx="3766346" cy="3132000"/>
          </a:xfrm>
        </p:spPr>
        <p:txBody>
          <a:bodyPr/>
          <a:lstStyle>
            <a:lvl1pPr>
              <a:defRPr/>
            </a:lvl1pPr>
          </a:lstStyle>
          <a:p>
            <a:pPr lvl="0"/>
            <a:r>
              <a:rPr lang="de-DE"/>
              <a:t>Inhalt einfügen</a:t>
            </a:r>
          </a:p>
          <a:p>
            <a:pPr lvl="1"/>
            <a:r>
              <a:rPr lang="de-DE"/>
              <a:t>Zweite Ebene</a:t>
            </a:r>
          </a:p>
          <a:p>
            <a:pPr lvl="2"/>
            <a:r>
              <a:rPr lang="de-DE"/>
              <a:t>Dritte Ebene</a:t>
            </a:r>
          </a:p>
          <a:p>
            <a:pPr lvl="3"/>
            <a:r>
              <a:rPr lang="de-DE"/>
              <a:t>Vierte Ebene</a:t>
            </a:r>
          </a:p>
          <a:p>
            <a:pPr lvl="4"/>
            <a:r>
              <a:rPr lang="de-DE"/>
              <a:t>Fünfte Ebene</a:t>
            </a:r>
          </a:p>
          <a:p>
            <a:pPr lvl="5"/>
            <a:r>
              <a:rPr lang="de-DE"/>
              <a:t>Sechste Ebene</a:t>
            </a:r>
          </a:p>
        </p:txBody>
      </p:sp>
      <p:sp>
        <p:nvSpPr>
          <p:cNvPr id="10" name="Textplatzhalter 9"/>
          <p:cNvSpPr>
            <a:spLocks noGrp="1"/>
          </p:cNvSpPr>
          <p:nvPr>
            <p:ph type="body" sz="quarter" idx="15" hasCustomPrompt="1"/>
          </p:nvPr>
        </p:nvSpPr>
        <p:spPr>
          <a:xfrm>
            <a:off x="754138" y="5940110"/>
            <a:ext cx="6512839" cy="288000"/>
          </a:xfrm>
        </p:spPr>
        <p:txBody>
          <a:bodyPr anchor="b" anchorCtr="0"/>
          <a:lstStyle>
            <a:lvl1pPr marL="53997" indent="-53997">
              <a:lnSpc>
                <a:spcPct val="100000"/>
              </a:lnSpc>
              <a:spcBef>
                <a:spcPts val="0"/>
              </a:spcBef>
              <a:buFont typeface="Arial" panose="020B0604020202020204" pitchFamily="34" charset="0"/>
              <a:buChar char="*"/>
              <a:defRPr sz="800" b="0" cap="none" baseline="0">
                <a:solidFill>
                  <a:schemeClr val="tx1"/>
                </a:solidFill>
                <a:latin typeface="+mn-lt"/>
              </a:defRPr>
            </a:lvl1pPr>
            <a:lvl2pPr marL="0" indent="0">
              <a:lnSpc>
                <a:spcPct val="100000"/>
              </a:lnSpc>
              <a:buFont typeface="Arial" panose="020B0604020202020204" pitchFamily="34" charset="0"/>
              <a:buNone/>
              <a:defRPr sz="800" b="0" cap="none">
                <a:solidFill>
                  <a:schemeClr val="tx1"/>
                </a:solidFill>
                <a:latin typeface="+mn-lt"/>
              </a:defRPr>
            </a:lvl2pPr>
            <a:lvl3pPr marL="0" indent="0">
              <a:lnSpc>
                <a:spcPct val="100000"/>
              </a:lnSpc>
              <a:buFont typeface="Arial" panose="020B0604020202020204" pitchFamily="34" charset="0"/>
              <a:buNone/>
              <a:defRPr sz="800" b="0" cap="none">
                <a:solidFill>
                  <a:schemeClr val="tx1"/>
                </a:solidFill>
                <a:latin typeface="+mn-lt"/>
              </a:defRPr>
            </a:lvl3pPr>
            <a:lvl4pPr marL="0" indent="0">
              <a:lnSpc>
                <a:spcPct val="100000"/>
              </a:lnSpc>
              <a:buFont typeface="Arial" panose="020B0604020202020204" pitchFamily="34" charset="0"/>
              <a:buNone/>
              <a:defRPr sz="800" b="0" cap="none">
                <a:solidFill>
                  <a:schemeClr val="tx1"/>
                </a:solidFill>
                <a:latin typeface="+mn-lt"/>
              </a:defRPr>
            </a:lvl4pPr>
            <a:lvl5pPr marL="0" indent="0">
              <a:lnSpc>
                <a:spcPct val="100000"/>
              </a:lnSpc>
              <a:buFont typeface="Arial" panose="020B0604020202020204" pitchFamily="34" charset="0"/>
              <a:buNone/>
              <a:defRPr sz="800" b="0" cap="none">
                <a:solidFill>
                  <a:schemeClr val="tx1"/>
                </a:solidFill>
                <a:latin typeface="+mn-lt"/>
              </a:defRPr>
            </a:lvl5pPr>
            <a:lvl6pPr marL="0" indent="0">
              <a:lnSpc>
                <a:spcPct val="100000"/>
              </a:lnSpc>
              <a:buFont typeface="Arial" panose="020B0604020202020204" pitchFamily="34" charset="0"/>
              <a:buNone/>
              <a:defRPr sz="800" b="0" cap="none">
                <a:solidFill>
                  <a:schemeClr val="tx1"/>
                </a:solidFill>
                <a:latin typeface="+mn-lt"/>
              </a:defRPr>
            </a:lvl6pPr>
            <a:lvl7pPr marL="0" indent="0">
              <a:lnSpc>
                <a:spcPct val="100000"/>
              </a:lnSpc>
              <a:buFont typeface="Arial" panose="020B0604020202020204" pitchFamily="34" charset="0"/>
              <a:buNone/>
              <a:defRPr sz="800" b="0" cap="none">
                <a:solidFill>
                  <a:schemeClr val="tx1"/>
                </a:solidFill>
                <a:latin typeface="+mn-lt"/>
              </a:defRPr>
            </a:lvl7pPr>
            <a:lvl8pPr marL="0" indent="0">
              <a:lnSpc>
                <a:spcPct val="100000"/>
              </a:lnSpc>
              <a:buFont typeface="Arial" panose="020B0604020202020204" pitchFamily="34" charset="0"/>
              <a:buNone/>
              <a:defRPr sz="800" b="0" cap="none">
                <a:solidFill>
                  <a:schemeClr val="tx1"/>
                </a:solidFill>
                <a:latin typeface="+mn-lt"/>
              </a:defRPr>
            </a:lvl8pPr>
            <a:lvl9pPr marL="0" indent="0">
              <a:lnSpc>
                <a:spcPct val="100000"/>
              </a:lnSpc>
              <a:buFont typeface="Arial" panose="020B0604020202020204" pitchFamily="34" charset="0"/>
              <a:buNone/>
              <a:defRPr sz="800" b="0" cap="none">
                <a:solidFill>
                  <a:schemeClr val="tx1"/>
                </a:solidFill>
                <a:latin typeface="+mn-lt"/>
              </a:defRPr>
            </a:lvl9pPr>
          </a:lstStyle>
          <a:p>
            <a:pPr lvl="0"/>
            <a:r>
              <a:rPr lang="de-DE"/>
              <a:t>Fußnote etc. einfügen // für Quellenangabe (bzw. ohne Sternchen): Start // Absatz // Listenebene erhöhen/verringern</a:t>
            </a:r>
          </a:p>
        </p:txBody>
      </p:sp>
    </p:spTree>
    <p:extLst>
      <p:ext uri="{BB962C8B-B14F-4D97-AF65-F5344CB8AC3E}">
        <p14:creationId xmlns:p14="http://schemas.microsoft.com/office/powerpoint/2010/main" val="378751716"/>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 // 2 Textboxen">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r>
              <a:rPr lang="de-DE"/>
              <a:t>Prof. Dr.-Ing. F. Leitner-Fischer / Daniel Stimac</a:t>
            </a:r>
          </a:p>
        </p:txBody>
      </p:sp>
      <p:sp>
        <p:nvSpPr>
          <p:cNvPr id="4" name="Fußzeilenplatzhalter 3"/>
          <p:cNvSpPr>
            <a:spLocks noGrp="1"/>
          </p:cNvSpPr>
          <p:nvPr>
            <p:ph type="ftr" sz="quarter" idx="11"/>
          </p:nvPr>
        </p:nvSpPr>
        <p:spPr/>
        <p:txBody>
          <a:bodyPr/>
          <a:lstStyle/>
          <a:p>
            <a:r>
              <a:rPr lang="de-DE"/>
              <a:t>Software Engineering</a:t>
            </a:r>
          </a:p>
        </p:txBody>
      </p:sp>
      <p:sp>
        <p:nvSpPr>
          <p:cNvPr id="5" name="Foliennummernplatzhalter 4"/>
          <p:cNvSpPr>
            <a:spLocks noGrp="1"/>
          </p:cNvSpPr>
          <p:nvPr>
            <p:ph type="sldNum" sz="quarter" idx="12"/>
          </p:nvPr>
        </p:nvSpPr>
        <p:spPr/>
        <p:txBody>
          <a:bodyPr/>
          <a:lstStyle/>
          <a:p>
            <a:fld id="{F5A77263-DD59-416C-A906-BA1A9DD16C04}" type="slidenum">
              <a:rPr lang="de-DE" smtClean="0"/>
              <a:pPr/>
              <a:t>‹Nr.›</a:t>
            </a:fld>
            <a:endParaRPr lang="de-DE"/>
          </a:p>
        </p:txBody>
      </p:sp>
      <p:sp>
        <p:nvSpPr>
          <p:cNvPr id="7" name="Inhaltsplatzhalter 6"/>
          <p:cNvSpPr>
            <a:spLocks noGrp="1"/>
          </p:cNvSpPr>
          <p:nvPr>
            <p:ph sz="quarter" idx="13" hasCustomPrompt="1"/>
          </p:nvPr>
        </p:nvSpPr>
        <p:spPr>
          <a:xfrm>
            <a:off x="1063322" y="1980000"/>
            <a:ext cx="3721623" cy="4104000"/>
          </a:xfrm>
        </p:spPr>
        <p:txBody>
          <a:bodyPr/>
          <a:lstStyle>
            <a:lvl1pPr>
              <a:defRPr/>
            </a:lvl1pPr>
          </a:lstStyle>
          <a:p>
            <a:pPr lvl="0"/>
            <a:r>
              <a:rPr lang="de-DE"/>
              <a:t>Inhalt einfügen </a:t>
            </a:r>
          </a:p>
          <a:p>
            <a:pPr lvl="1"/>
            <a:r>
              <a:rPr lang="de-DE"/>
              <a:t>Zweite Ebene</a:t>
            </a:r>
          </a:p>
          <a:p>
            <a:pPr lvl="2"/>
            <a:r>
              <a:rPr lang="de-DE"/>
              <a:t>Dritte Ebene</a:t>
            </a:r>
          </a:p>
          <a:p>
            <a:pPr lvl="3"/>
            <a:r>
              <a:rPr lang="de-DE"/>
              <a:t>Vierte Ebene</a:t>
            </a:r>
          </a:p>
          <a:p>
            <a:pPr lvl="4"/>
            <a:r>
              <a:rPr lang="de-DE"/>
              <a:t>Fünfte Ebene</a:t>
            </a:r>
          </a:p>
          <a:p>
            <a:pPr lvl="5"/>
            <a:r>
              <a:rPr lang="de-DE"/>
              <a:t>Sechste Ebene</a:t>
            </a:r>
          </a:p>
          <a:p>
            <a:pPr lvl="6"/>
            <a:r>
              <a:rPr lang="de-DE"/>
              <a:t>Siebte Ebene</a:t>
            </a:r>
          </a:p>
          <a:p>
            <a:pPr lvl="7"/>
            <a:r>
              <a:rPr lang="de-DE"/>
              <a:t>Achte Ebene</a:t>
            </a:r>
          </a:p>
          <a:p>
            <a:pPr lvl="8"/>
            <a:r>
              <a:rPr lang="de-DE"/>
              <a:t>Neunte Ebene</a:t>
            </a:r>
          </a:p>
        </p:txBody>
      </p:sp>
      <p:sp>
        <p:nvSpPr>
          <p:cNvPr id="10" name="Textplatzhalter 9"/>
          <p:cNvSpPr>
            <a:spLocks noGrp="1"/>
          </p:cNvSpPr>
          <p:nvPr>
            <p:ph type="body" sz="quarter" idx="15" hasCustomPrompt="1"/>
          </p:nvPr>
        </p:nvSpPr>
        <p:spPr>
          <a:xfrm>
            <a:off x="5272300" y="5760003"/>
            <a:ext cx="6168737" cy="468109"/>
          </a:xfrm>
        </p:spPr>
        <p:txBody>
          <a:bodyPr/>
          <a:lstStyle>
            <a:lvl1pPr marL="53997" indent="-53997">
              <a:lnSpc>
                <a:spcPct val="100000"/>
              </a:lnSpc>
              <a:spcBef>
                <a:spcPts val="0"/>
              </a:spcBef>
              <a:buFont typeface="Arial" panose="020B0604020202020204" pitchFamily="34" charset="0"/>
              <a:buChar char="*"/>
              <a:defRPr sz="800" b="0" cap="none" baseline="0">
                <a:solidFill>
                  <a:schemeClr val="tx1"/>
                </a:solidFill>
                <a:latin typeface="+mn-lt"/>
              </a:defRPr>
            </a:lvl1pPr>
            <a:lvl2pPr marL="0" indent="0">
              <a:lnSpc>
                <a:spcPct val="100000"/>
              </a:lnSpc>
              <a:buFont typeface="Arial" panose="020B0604020202020204" pitchFamily="34" charset="0"/>
              <a:buNone/>
              <a:defRPr sz="800" b="0" cap="none">
                <a:solidFill>
                  <a:schemeClr val="tx1"/>
                </a:solidFill>
                <a:latin typeface="+mn-lt"/>
              </a:defRPr>
            </a:lvl2pPr>
            <a:lvl3pPr marL="0" indent="0">
              <a:lnSpc>
                <a:spcPct val="100000"/>
              </a:lnSpc>
              <a:buFont typeface="Arial" panose="020B0604020202020204" pitchFamily="34" charset="0"/>
              <a:buNone/>
              <a:defRPr sz="800" b="0" cap="none">
                <a:solidFill>
                  <a:schemeClr val="tx1"/>
                </a:solidFill>
                <a:latin typeface="+mn-lt"/>
              </a:defRPr>
            </a:lvl3pPr>
            <a:lvl4pPr marL="0" indent="0">
              <a:lnSpc>
                <a:spcPct val="100000"/>
              </a:lnSpc>
              <a:buFont typeface="Arial" panose="020B0604020202020204" pitchFamily="34" charset="0"/>
              <a:buNone/>
              <a:defRPr sz="800" b="0" cap="none">
                <a:solidFill>
                  <a:schemeClr val="tx1"/>
                </a:solidFill>
                <a:latin typeface="+mn-lt"/>
              </a:defRPr>
            </a:lvl4pPr>
            <a:lvl5pPr marL="0" indent="0">
              <a:lnSpc>
                <a:spcPct val="100000"/>
              </a:lnSpc>
              <a:buFont typeface="Arial" panose="020B0604020202020204" pitchFamily="34" charset="0"/>
              <a:buNone/>
              <a:defRPr sz="800" b="0" cap="none">
                <a:solidFill>
                  <a:schemeClr val="tx1"/>
                </a:solidFill>
                <a:latin typeface="+mn-lt"/>
              </a:defRPr>
            </a:lvl5pPr>
            <a:lvl6pPr marL="0" indent="0">
              <a:lnSpc>
                <a:spcPct val="100000"/>
              </a:lnSpc>
              <a:buFont typeface="Arial" panose="020B0604020202020204" pitchFamily="34" charset="0"/>
              <a:buNone/>
              <a:defRPr sz="800" b="0" cap="none">
                <a:solidFill>
                  <a:schemeClr val="tx1"/>
                </a:solidFill>
                <a:latin typeface="+mn-lt"/>
              </a:defRPr>
            </a:lvl6pPr>
            <a:lvl7pPr marL="0" indent="0">
              <a:lnSpc>
                <a:spcPct val="100000"/>
              </a:lnSpc>
              <a:buFont typeface="Arial" panose="020B0604020202020204" pitchFamily="34" charset="0"/>
              <a:buNone/>
              <a:defRPr sz="800" b="0" cap="none">
                <a:solidFill>
                  <a:schemeClr val="tx1"/>
                </a:solidFill>
                <a:latin typeface="+mn-lt"/>
              </a:defRPr>
            </a:lvl7pPr>
            <a:lvl8pPr marL="0" indent="0">
              <a:lnSpc>
                <a:spcPct val="100000"/>
              </a:lnSpc>
              <a:buFont typeface="Arial" panose="020B0604020202020204" pitchFamily="34" charset="0"/>
              <a:buNone/>
              <a:defRPr sz="800" b="0" cap="none">
                <a:solidFill>
                  <a:schemeClr val="tx1"/>
                </a:solidFill>
                <a:latin typeface="+mn-lt"/>
              </a:defRPr>
            </a:lvl8pPr>
            <a:lvl9pPr marL="0" indent="0">
              <a:lnSpc>
                <a:spcPct val="100000"/>
              </a:lnSpc>
              <a:buFont typeface="Arial" panose="020B0604020202020204" pitchFamily="34" charset="0"/>
              <a:buNone/>
              <a:defRPr sz="800" b="0" cap="none">
                <a:solidFill>
                  <a:schemeClr val="tx1"/>
                </a:solidFill>
                <a:latin typeface="+mn-lt"/>
              </a:defRPr>
            </a:lvl9pPr>
          </a:lstStyle>
          <a:p>
            <a:pPr lvl="0"/>
            <a:r>
              <a:rPr lang="de-DE"/>
              <a:t>Fußnote etc. einfügen // für Quellenangabe (bzw. ohne Sternchen): Start // Absatz // Listenebene erhöhen/verringern</a:t>
            </a:r>
          </a:p>
        </p:txBody>
      </p:sp>
      <p:sp>
        <p:nvSpPr>
          <p:cNvPr id="6" name="Titel 5"/>
          <p:cNvSpPr>
            <a:spLocks noGrp="1"/>
          </p:cNvSpPr>
          <p:nvPr>
            <p:ph type="title" hasCustomPrompt="1"/>
          </p:nvPr>
        </p:nvSpPr>
        <p:spPr/>
        <p:txBody>
          <a:bodyPr/>
          <a:lstStyle/>
          <a:p>
            <a:r>
              <a:rPr lang="de-DE"/>
              <a:t>Headline</a:t>
            </a:r>
          </a:p>
        </p:txBody>
      </p:sp>
      <p:sp>
        <p:nvSpPr>
          <p:cNvPr id="11" name="Textplatzhalter 10"/>
          <p:cNvSpPr>
            <a:spLocks noGrp="1"/>
          </p:cNvSpPr>
          <p:nvPr>
            <p:ph type="body" sz="quarter" idx="16" hasCustomPrompt="1"/>
          </p:nvPr>
        </p:nvSpPr>
        <p:spPr>
          <a:xfrm>
            <a:off x="5272300" y="2340000"/>
            <a:ext cx="4873553" cy="1404000"/>
          </a:xfrm>
          <a:solidFill>
            <a:schemeClr val="tx2"/>
          </a:solidFill>
        </p:spPr>
        <p:txBody>
          <a:bodyPr lIns="144000" tIns="108000" rIns="144000" bIns="0"/>
          <a:lstStyle>
            <a:lvl1pPr>
              <a:spcBef>
                <a:spcPts val="0"/>
              </a:spcBef>
              <a:tabLst>
                <a:tab pos="3671793" algn="r"/>
              </a:tabLst>
              <a:defRPr>
                <a:solidFill>
                  <a:schemeClr val="bg1"/>
                </a:solidFill>
              </a:defRPr>
            </a:lvl1pPr>
            <a:lvl2pPr>
              <a:tabLst>
                <a:tab pos="3671793" algn="r"/>
              </a:tabLst>
              <a:defRPr>
                <a:solidFill>
                  <a:schemeClr val="bg1"/>
                </a:solidFill>
              </a:defRPr>
            </a:lvl2pPr>
            <a:lvl3pPr>
              <a:tabLst>
                <a:tab pos="3671793" algn="r"/>
              </a:tabLst>
              <a:defRPr>
                <a:solidFill>
                  <a:schemeClr val="bg1"/>
                </a:solidFill>
              </a:defRPr>
            </a:lvl3pPr>
            <a:lvl4pPr>
              <a:tabLst>
                <a:tab pos="3671793" algn="r"/>
              </a:tabLst>
              <a:defRPr>
                <a:solidFill>
                  <a:schemeClr val="bg1"/>
                </a:solidFill>
              </a:defRPr>
            </a:lvl4pPr>
            <a:lvl5pPr>
              <a:tabLst>
                <a:tab pos="3671793" algn="r"/>
              </a:tabLst>
              <a:defRPr>
                <a:solidFill>
                  <a:schemeClr val="bg1"/>
                </a:solidFill>
              </a:defRPr>
            </a:lvl5pPr>
            <a:lvl6pPr>
              <a:tabLst>
                <a:tab pos="3671793" algn="r"/>
              </a:tabLst>
              <a:defRPr>
                <a:solidFill>
                  <a:schemeClr val="bg1"/>
                </a:solidFill>
              </a:defRPr>
            </a:lvl6pPr>
            <a:lvl7pPr>
              <a:tabLst>
                <a:tab pos="3671793" algn="r"/>
              </a:tabLst>
              <a:defRPr>
                <a:solidFill>
                  <a:schemeClr val="bg1"/>
                </a:solidFill>
              </a:defRPr>
            </a:lvl7pPr>
            <a:lvl8pPr>
              <a:tabLst>
                <a:tab pos="3671793" algn="r"/>
              </a:tabLst>
              <a:defRPr>
                <a:solidFill>
                  <a:schemeClr val="bg1"/>
                </a:solidFill>
              </a:defRPr>
            </a:lvl8pPr>
            <a:lvl9pPr>
              <a:tabLst>
                <a:tab pos="3671793" algn="r"/>
              </a:tabLst>
              <a:defRPr>
                <a:solidFill>
                  <a:schemeClr val="bg1"/>
                </a:solidFill>
              </a:defRPr>
            </a:lvl9pPr>
          </a:lstStyle>
          <a:p>
            <a:pPr lvl="0"/>
            <a:r>
              <a:rPr lang="de-DE"/>
              <a:t>Aufzählungspunkt einfügen // für Fließtext und Zwischenheadline: Start // Absatz // Listenebene erhöhen/verringern</a:t>
            </a:r>
          </a:p>
        </p:txBody>
      </p:sp>
      <p:sp>
        <p:nvSpPr>
          <p:cNvPr id="12" name="Textplatzhalter 10"/>
          <p:cNvSpPr>
            <a:spLocks noGrp="1"/>
          </p:cNvSpPr>
          <p:nvPr>
            <p:ph type="body" sz="quarter" idx="17" hasCustomPrompt="1"/>
          </p:nvPr>
        </p:nvSpPr>
        <p:spPr>
          <a:xfrm>
            <a:off x="5272300" y="3888000"/>
            <a:ext cx="4873553" cy="1404000"/>
          </a:xfrm>
          <a:solidFill>
            <a:schemeClr val="accent2"/>
          </a:solidFill>
        </p:spPr>
        <p:txBody>
          <a:bodyPr lIns="144000" tIns="108000" rIns="144000" bIns="0"/>
          <a:lstStyle>
            <a:lvl1pPr>
              <a:spcBef>
                <a:spcPts val="0"/>
              </a:spcBef>
              <a:tabLst>
                <a:tab pos="3671793" algn="r"/>
              </a:tabLst>
              <a:defRPr>
                <a:solidFill>
                  <a:schemeClr val="bg1"/>
                </a:solidFill>
              </a:defRPr>
            </a:lvl1pPr>
            <a:lvl2pPr>
              <a:tabLst>
                <a:tab pos="3671793" algn="r"/>
              </a:tabLst>
              <a:defRPr>
                <a:solidFill>
                  <a:schemeClr val="bg1"/>
                </a:solidFill>
              </a:defRPr>
            </a:lvl2pPr>
            <a:lvl3pPr>
              <a:tabLst>
                <a:tab pos="3671793" algn="r"/>
              </a:tabLst>
              <a:defRPr>
                <a:solidFill>
                  <a:schemeClr val="bg1"/>
                </a:solidFill>
              </a:defRPr>
            </a:lvl3pPr>
            <a:lvl4pPr>
              <a:tabLst>
                <a:tab pos="3671793" algn="r"/>
              </a:tabLst>
              <a:defRPr>
                <a:solidFill>
                  <a:schemeClr val="bg1"/>
                </a:solidFill>
              </a:defRPr>
            </a:lvl4pPr>
            <a:lvl5pPr>
              <a:tabLst>
                <a:tab pos="3671793" algn="r"/>
              </a:tabLst>
              <a:defRPr>
                <a:solidFill>
                  <a:schemeClr val="bg1"/>
                </a:solidFill>
              </a:defRPr>
            </a:lvl5pPr>
            <a:lvl6pPr>
              <a:tabLst>
                <a:tab pos="3671793" algn="r"/>
              </a:tabLst>
              <a:defRPr>
                <a:solidFill>
                  <a:schemeClr val="bg1"/>
                </a:solidFill>
              </a:defRPr>
            </a:lvl6pPr>
            <a:lvl7pPr>
              <a:tabLst>
                <a:tab pos="3671793" algn="r"/>
              </a:tabLst>
              <a:defRPr>
                <a:solidFill>
                  <a:schemeClr val="bg1"/>
                </a:solidFill>
              </a:defRPr>
            </a:lvl7pPr>
            <a:lvl8pPr>
              <a:tabLst>
                <a:tab pos="3671793" algn="r"/>
              </a:tabLst>
              <a:defRPr>
                <a:solidFill>
                  <a:schemeClr val="bg1"/>
                </a:solidFill>
              </a:defRPr>
            </a:lvl8pPr>
            <a:lvl9pPr>
              <a:tabLst>
                <a:tab pos="3671793" algn="r"/>
              </a:tabLst>
              <a:defRPr>
                <a:solidFill>
                  <a:schemeClr val="bg1"/>
                </a:solidFill>
              </a:defRPr>
            </a:lvl9pPr>
          </a:lstStyle>
          <a:p>
            <a:pPr lvl="0"/>
            <a:r>
              <a:rPr lang="de-DE"/>
              <a:t>Aufzählungspunkt einfügen // für Fließtext und Zwischenheadline: Start // Absatz // Listenebene erhöhen/verringern</a:t>
            </a:r>
          </a:p>
        </p:txBody>
      </p:sp>
    </p:spTree>
    <p:extLst>
      <p:ext uri="{BB962C8B-B14F-4D97-AF65-F5344CB8AC3E}">
        <p14:creationId xmlns:p14="http://schemas.microsoft.com/office/powerpoint/2010/main" val="360459189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halt mit Zusatzüberschrif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Headline</a:t>
            </a:r>
          </a:p>
        </p:txBody>
      </p:sp>
      <p:sp>
        <p:nvSpPr>
          <p:cNvPr id="3" name="Datumsplatzhalter 2"/>
          <p:cNvSpPr>
            <a:spLocks noGrp="1"/>
          </p:cNvSpPr>
          <p:nvPr>
            <p:ph type="dt" sz="half" idx="10"/>
          </p:nvPr>
        </p:nvSpPr>
        <p:spPr/>
        <p:txBody>
          <a:bodyPr/>
          <a:lstStyle/>
          <a:p>
            <a:r>
              <a:rPr lang="de-DE"/>
              <a:t>Prof. Dr.-Ing. F. Leitner-Fischer / Daniel Stimac</a:t>
            </a:r>
          </a:p>
        </p:txBody>
      </p:sp>
      <p:sp>
        <p:nvSpPr>
          <p:cNvPr id="4" name="Fußzeilenplatzhalter 3"/>
          <p:cNvSpPr>
            <a:spLocks noGrp="1"/>
          </p:cNvSpPr>
          <p:nvPr>
            <p:ph type="ftr" sz="quarter" idx="11"/>
          </p:nvPr>
        </p:nvSpPr>
        <p:spPr/>
        <p:txBody>
          <a:bodyPr/>
          <a:lstStyle/>
          <a:p>
            <a:r>
              <a:rPr lang="de-DE"/>
              <a:t>Software Engineering</a:t>
            </a:r>
          </a:p>
        </p:txBody>
      </p:sp>
      <p:sp>
        <p:nvSpPr>
          <p:cNvPr id="5" name="Foliennummernplatzhalter 4"/>
          <p:cNvSpPr>
            <a:spLocks noGrp="1"/>
          </p:cNvSpPr>
          <p:nvPr>
            <p:ph type="sldNum" sz="quarter" idx="12"/>
          </p:nvPr>
        </p:nvSpPr>
        <p:spPr/>
        <p:txBody>
          <a:bodyPr/>
          <a:lstStyle/>
          <a:p>
            <a:fld id="{F5A77263-DD59-416C-A906-BA1A9DD16C04}" type="slidenum">
              <a:rPr lang="de-DE" smtClean="0"/>
              <a:pPr/>
              <a:t>‹Nr.›</a:t>
            </a:fld>
            <a:endParaRPr lang="de-DE"/>
          </a:p>
        </p:txBody>
      </p:sp>
      <p:sp>
        <p:nvSpPr>
          <p:cNvPr id="8" name="Inhaltsplatzhalter 6"/>
          <p:cNvSpPr>
            <a:spLocks noGrp="1"/>
          </p:cNvSpPr>
          <p:nvPr>
            <p:ph sz="quarter" idx="13" hasCustomPrompt="1"/>
          </p:nvPr>
        </p:nvSpPr>
        <p:spPr>
          <a:xfrm>
            <a:off x="753185" y="2520953"/>
            <a:ext cx="8107821" cy="3708399"/>
          </a:xfrm>
        </p:spPr>
        <p:txBody>
          <a:bodyPr/>
          <a:lstStyle>
            <a:lvl1pPr>
              <a:defRPr/>
            </a:lvl1pPr>
          </a:lstStyle>
          <a:p>
            <a:pPr lvl="0"/>
            <a:r>
              <a:rPr lang="de-DE"/>
              <a:t>Aufzählungspunkt oder Inhalt einfügen // für Fließtext und Zwischenheadline: Start // Absatz // Listenebene erhöhen/verringern</a:t>
            </a:r>
          </a:p>
          <a:p>
            <a:pPr lvl="1"/>
            <a:r>
              <a:rPr lang="de-DE"/>
              <a:t>Zweite Ebene</a:t>
            </a:r>
          </a:p>
          <a:p>
            <a:pPr lvl="2"/>
            <a:r>
              <a:rPr lang="de-DE"/>
              <a:t>Dritte Ebene</a:t>
            </a:r>
          </a:p>
          <a:p>
            <a:pPr lvl="3"/>
            <a:r>
              <a:rPr lang="de-DE"/>
              <a:t>Vierte Ebene</a:t>
            </a:r>
          </a:p>
          <a:p>
            <a:pPr lvl="4"/>
            <a:r>
              <a:rPr lang="de-DE"/>
              <a:t>Fünfte Ebene</a:t>
            </a:r>
          </a:p>
          <a:p>
            <a:pPr lvl="5"/>
            <a:r>
              <a:rPr lang="de-DE"/>
              <a:t>Sechste Ebene</a:t>
            </a:r>
          </a:p>
          <a:p>
            <a:pPr lvl="6"/>
            <a:r>
              <a:rPr lang="de-DE"/>
              <a:t>Siebte Ebene</a:t>
            </a:r>
          </a:p>
          <a:p>
            <a:pPr lvl="7"/>
            <a:r>
              <a:rPr lang="de-DE"/>
              <a:t>Achte Ebene</a:t>
            </a:r>
          </a:p>
          <a:p>
            <a:pPr lvl="8"/>
            <a:r>
              <a:rPr lang="de-DE"/>
              <a:t>Neunte Ebene</a:t>
            </a:r>
          </a:p>
        </p:txBody>
      </p:sp>
      <p:sp>
        <p:nvSpPr>
          <p:cNvPr id="9" name="Textplatzhalter 6"/>
          <p:cNvSpPr>
            <a:spLocks noGrp="1"/>
          </p:cNvSpPr>
          <p:nvPr>
            <p:ph type="body" sz="quarter" idx="14" hasCustomPrompt="1"/>
          </p:nvPr>
        </p:nvSpPr>
        <p:spPr>
          <a:xfrm>
            <a:off x="753184" y="1944000"/>
            <a:ext cx="10687853" cy="324000"/>
          </a:xfrm>
        </p:spPr>
        <p:txBody>
          <a:bodyPr/>
          <a:lstStyle>
            <a:lvl1pPr marL="0" indent="0">
              <a:lnSpc>
                <a:spcPts val="2200"/>
              </a:lnSpc>
              <a:buNone/>
              <a:defRPr sz="1600" b="1">
                <a:solidFill>
                  <a:schemeClr val="tx1"/>
                </a:solidFill>
                <a:latin typeface="+mj-lt"/>
              </a:defRPr>
            </a:lvl1pPr>
            <a:lvl2pPr marL="0" indent="0">
              <a:lnSpc>
                <a:spcPts val="2200"/>
              </a:lnSpc>
              <a:buFont typeface="Arial" panose="020B0604020202020204" pitchFamily="34" charset="0"/>
              <a:buNone/>
              <a:defRPr sz="1600" b="1">
                <a:solidFill>
                  <a:schemeClr val="tx1"/>
                </a:solidFill>
                <a:latin typeface="+mj-lt"/>
              </a:defRPr>
            </a:lvl2pPr>
            <a:lvl3pPr marL="0" indent="0">
              <a:lnSpc>
                <a:spcPts val="2200"/>
              </a:lnSpc>
              <a:buFont typeface="Arial" panose="020B0604020202020204" pitchFamily="34" charset="0"/>
              <a:buNone/>
              <a:defRPr sz="1600" b="1">
                <a:solidFill>
                  <a:schemeClr val="tx1"/>
                </a:solidFill>
                <a:latin typeface="+mj-lt"/>
              </a:defRPr>
            </a:lvl3pPr>
          </a:lstStyle>
          <a:p>
            <a:pPr lvl="0"/>
            <a:r>
              <a:rPr lang="de-DE"/>
              <a:t>Zwischenüberschrift</a:t>
            </a:r>
          </a:p>
        </p:txBody>
      </p:sp>
      <p:sp>
        <p:nvSpPr>
          <p:cNvPr id="10" name="Textplatzhalter 9"/>
          <p:cNvSpPr>
            <a:spLocks noGrp="1"/>
          </p:cNvSpPr>
          <p:nvPr>
            <p:ph type="body" sz="quarter" idx="15" hasCustomPrompt="1"/>
          </p:nvPr>
        </p:nvSpPr>
        <p:spPr>
          <a:xfrm>
            <a:off x="8993921" y="5490000"/>
            <a:ext cx="2447115" cy="576000"/>
          </a:xfrm>
        </p:spPr>
        <p:txBody>
          <a:bodyPr anchor="b" anchorCtr="0"/>
          <a:lstStyle>
            <a:lvl1pPr marL="53997" indent="-53997">
              <a:lnSpc>
                <a:spcPct val="100000"/>
              </a:lnSpc>
              <a:spcBef>
                <a:spcPts val="0"/>
              </a:spcBef>
              <a:buFont typeface="Arial" panose="020B0604020202020204" pitchFamily="34" charset="0"/>
              <a:buChar char="*"/>
              <a:defRPr sz="800" b="0" cap="none" baseline="0">
                <a:solidFill>
                  <a:schemeClr val="tx1"/>
                </a:solidFill>
                <a:latin typeface="+mn-lt"/>
              </a:defRPr>
            </a:lvl1pPr>
            <a:lvl2pPr marL="0" indent="0">
              <a:lnSpc>
                <a:spcPct val="100000"/>
              </a:lnSpc>
              <a:buFont typeface="Arial" panose="020B0604020202020204" pitchFamily="34" charset="0"/>
              <a:buNone/>
              <a:defRPr sz="800" b="0" cap="none">
                <a:solidFill>
                  <a:schemeClr val="tx1"/>
                </a:solidFill>
                <a:latin typeface="+mn-lt"/>
              </a:defRPr>
            </a:lvl2pPr>
            <a:lvl3pPr marL="0" indent="0">
              <a:lnSpc>
                <a:spcPct val="100000"/>
              </a:lnSpc>
              <a:buFont typeface="Arial" panose="020B0604020202020204" pitchFamily="34" charset="0"/>
              <a:buNone/>
              <a:defRPr sz="800" b="0" cap="none">
                <a:solidFill>
                  <a:schemeClr val="tx1"/>
                </a:solidFill>
                <a:latin typeface="+mn-lt"/>
              </a:defRPr>
            </a:lvl3pPr>
            <a:lvl4pPr marL="0" indent="0">
              <a:lnSpc>
                <a:spcPct val="100000"/>
              </a:lnSpc>
              <a:buFont typeface="Arial" panose="020B0604020202020204" pitchFamily="34" charset="0"/>
              <a:buNone/>
              <a:defRPr sz="800" b="0" cap="none">
                <a:solidFill>
                  <a:schemeClr val="tx1"/>
                </a:solidFill>
                <a:latin typeface="+mn-lt"/>
              </a:defRPr>
            </a:lvl4pPr>
            <a:lvl5pPr marL="0" indent="0">
              <a:lnSpc>
                <a:spcPct val="100000"/>
              </a:lnSpc>
              <a:buFont typeface="Arial" panose="020B0604020202020204" pitchFamily="34" charset="0"/>
              <a:buNone/>
              <a:defRPr sz="800" b="0" cap="none">
                <a:solidFill>
                  <a:schemeClr val="tx1"/>
                </a:solidFill>
                <a:latin typeface="+mn-lt"/>
              </a:defRPr>
            </a:lvl5pPr>
            <a:lvl6pPr marL="0" indent="0">
              <a:lnSpc>
                <a:spcPct val="100000"/>
              </a:lnSpc>
              <a:buFont typeface="Arial" panose="020B0604020202020204" pitchFamily="34" charset="0"/>
              <a:buNone/>
              <a:defRPr sz="800" b="0" cap="none">
                <a:solidFill>
                  <a:schemeClr val="tx1"/>
                </a:solidFill>
                <a:latin typeface="+mn-lt"/>
              </a:defRPr>
            </a:lvl6pPr>
            <a:lvl7pPr marL="0" indent="0">
              <a:lnSpc>
                <a:spcPct val="100000"/>
              </a:lnSpc>
              <a:buFont typeface="Arial" panose="020B0604020202020204" pitchFamily="34" charset="0"/>
              <a:buNone/>
              <a:defRPr sz="800" b="0" cap="none">
                <a:solidFill>
                  <a:schemeClr val="tx1"/>
                </a:solidFill>
                <a:latin typeface="+mn-lt"/>
              </a:defRPr>
            </a:lvl7pPr>
            <a:lvl8pPr marL="0" indent="0">
              <a:lnSpc>
                <a:spcPct val="100000"/>
              </a:lnSpc>
              <a:buFont typeface="Arial" panose="020B0604020202020204" pitchFamily="34" charset="0"/>
              <a:buNone/>
              <a:defRPr sz="800" b="0" cap="none">
                <a:solidFill>
                  <a:schemeClr val="tx1"/>
                </a:solidFill>
                <a:latin typeface="+mn-lt"/>
              </a:defRPr>
            </a:lvl8pPr>
            <a:lvl9pPr marL="0" indent="0">
              <a:lnSpc>
                <a:spcPct val="100000"/>
              </a:lnSpc>
              <a:buFont typeface="Arial" panose="020B0604020202020204" pitchFamily="34" charset="0"/>
              <a:buNone/>
              <a:defRPr sz="800" b="0" cap="none">
                <a:solidFill>
                  <a:schemeClr val="tx1"/>
                </a:solidFill>
                <a:latin typeface="+mn-lt"/>
              </a:defRPr>
            </a:lvl9pPr>
          </a:lstStyle>
          <a:p>
            <a:pPr lvl="0"/>
            <a:r>
              <a:rPr lang="de-DE"/>
              <a:t>Fußnote etc. einfügen // für Quellenangabe (bzw. ohne Sternchen): Start // Absatz // Listenebene erhöhen/verringern</a:t>
            </a:r>
          </a:p>
        </p:txBody>
      </p:sp>
      <p:sp>
        <p:nvSpPr>
          <p:cNvPr id="11" name="Textplatzhalter 9"/>
          <p:cNvSpPr>
            <a:spLocks noGrp="1"/>
          </p:cNvSpPr>
          <p:nvPr>
            <p:ph type="body" sz="quarter" idx="16" hasCustomPrompt="1"/>
          </p:nvPr>
        </p:nvSpPr>
        <p:spPr>
          <a:xfrm>
            <a:off x="8993921" y="2556000"/>
            <a:ext cx="2447115" cy="2664000"/>
          </a:xfrm>
        </p:spPr>
        <p:txBody>
          <a:bodyPr anchor="t" anchorCtr="0"/>
          <a:lstStyle>
            <a:lvl1pPr marL="179990" indent="-179990">
              <a:lnSpc>
                <a:spcPts val="1500"/>
              </a:lnSpc>
              <a:spcBef>
                <a:spcPts val="0"/>
              </a:spcBef>
              <a:buClr>
                <a:schemeClr val="accent4"/>
              </a:buClr>
              <a:buSzPct val="250000"/>
              <a:buFont typeface="Arial" panose="020B0604020202020204" pitchFamily="34" charset="0"/>
              <a:buChar char="■"/>
              <a:defRPr sz="800" b="0" cap="none" baseline="0">
                <a:solidFill>
                  <a:schemeClr val="tx1"/>
                </a:solidFill>
                <a:latin typeface="+mn-lt"/>
              </a:defRPr>
            </a:lvl1pPr>
            <a:lvl2pPr marL="179990" indent="-179990">
              <a:lnSpc>
                <a:spcPts val="1500"/>
              </a:lnSpc>
              <a:buClr>
                <a:schemeClr val="accent2"/>
              </a:buClr>
              <a:buSzPct val="250000"/>
              <a:buFont typeface="Arial" panose="020B0604020202020204" pitchFamily="34" charset="0"/>
              <a:buChar char="■"/>
              <a:defRPr sz="800" b="0" cap="none">
                <a:solidFill>
                  <a:schemeClr val="tx1"/>
                </a:solidFill>
                <a:latin typeface="+mn-lt"/>
              </a:defRPr>
            </a:lvl2pPr>
            <a:lvl3pPr marL="179990" indent="-179990">
              <a:lnSpc>
                <a:spcPts val="1500"/>
              </a:lnSpc>
              <a:buClr>
                <a:schemeClr val="accent2"/>
              </a:buClr>
              <a:buSzPct val="250000"/>
              <a:buFont typeface="Arial" panose="020B0604020202020204" pitchFamily="34" charset="0"/>
              <a:buChar char="■"/>
              <a:defRPr sz="800" b="0" cap="none">
                <a:solidFill>
                  <a:schemeClr val="tx1"/>
                </a:solidFill>
                <a:latin typeface="+mn-lt"/>
              </a:defRPr>
            </a:lvl3pPr>
            <a:lvl4pPr marL="179990" indent="-179990">
              <a:lnSpc>
                <a:spcPts val="1500"/>
              </a:lnSpc>
              <a:buClr>
                <a:schemeClr val="accent2"/>
              </a:buClr>
              <a:buSzPct val="250000"/>
              <a:buFont typeface="Arial" panose="020B0604020202020204" pitchFamily="34" charset="0"/>
              <a:buChar char="■"/>
              <a:defRPr sz="800" b="0" cap="none">
                <a:solidFill>
                  <a:schemeClr val="tx1"/>
                </a:solidFill>
                <a:latin typeface="+mn-lt"/>
              </a:defRPr>
            </a:lvl4pPr>
            <a:lvl5pPr marL="179990" indent="-179990">
              <a:lnSpc>
                <a:spcPts val="1500"/>
              </a:lnSpc>
              <a:buClr>
                <a:schemeClr val="accent2"/>
              </a:buClr>
              <a:buSzPct val="250000"/>
              <a:buFont typeface="Arial" panose="020B0604020202020204" pitchFamily="34" charset="0"/>
              <a:buChar char="■"/>
              <a:defRPr sz="800" b="0" cap="none">
                <a:solidFill>
                  <a:schemeClr val="tx1"/>
                </a:solidFill>
                <a:latin typeface="+mn-lt"/>
              </a:defRPr>
            </a:lvl5pPr>
            <a:lvl6pPr marL="179990" indent="-179990">
              <a:lnSpc>
                <a:spcPts val="1500"/>
              </a:lnSpc>
              <a:buClr>
                <a:schemeClr val="accent2"/>
              </a:buClr>
              <a:buSzPct val="250000"/>
              <a:buFont typeface="Arial" panose="020B0604020202020204" pitchFamily="34" charset="0"/>
              <a:buChar char="■"/>
              <a:defRPr sz="800" b="0" cap="none">
                <a:solidFill>
                  <a:schemeClr val="tx1"/>
                </a:solidFill>
                <a:latin typeface="+mn-lt"/>
              </a:defRPr>
            </a:lvl6pPr>
            <a:lvl7pPr marL="179990" indent="-179990">
              <a:lnSpc>
                <a:spcPts val="1500"/>
              </a:lnSpc>
              <a:buClr>
                <a:schemeClr val="accent2"/>
              </a:buClr>
              <a:buSzPct val="250000"/>
              <a:buFont typeface="Arial" panose="020B0604020202020204" pitchFamily="34" charset="0"/>
              <a:buChar char="■"/>
              <a:defRPr sz="800" b="0" cap="none">
                <a:solidFill>
                  <a:schemeClr val="tx1"/>
                </a:solidFill>
                <a:latin typeface="+mn-lt"/>
              </a:defRPr>
            </a:lvl7pPr>
            <a:lvl8pPr marL="179990" indent="-179990">
              <a:lnSpc>
                <a:spcPts val="1500"/>
              </a:lnSpc>
              <a:buClr>
                <a:schemeClr val="accent2"/>
              </a:buClr>
              <a:buSzPct val="250000"/>
              <a:buFont typeface="Arial" panose="020B0604020202020204" pitchFamily="34" charset="0"/>
              <a:buChar char="■"/>
              <a:defRPr sz="800" b="0" cap="none">
                <a:solidFill>
                  <a:schemeClr val="tx1"/>
                </a:solidFill>
                <a:latin typeface="+mn-lt"/>
              </a:defRPr>
            </a:lvl8pPr>
            <a:lvl9pPr marL="179990" indent="-179990">
              <a:lnSpc>
                <a:spcPts val="1500"/>
              </a:lnSpc>
              <a:buClr>
                <a:schemeClr val="accent2"/>
              </a:buClr>
              <a:buSzPct val="250000"/>
              <a:buFont typeface="Arial" panose="020B0604020202020204" pitchFamily="34" charset="0"/>
              <a:buChar char="■"/>
              <a:defRPr sz="800" b="0" cap="none">
                <a:solidFill>
                  <a:schemeClr val="tx1"/>
                </a:solidFill>
                <a:latin typeface="+mn-lt"/>
              </a:defRPr>
            </a:lvl9pPr>
          </a:lstStyle>
          <a:p>
            <a:pPr lvl="0"/>
            <a:r>
              <a:rPr lang="de-DE"/>
              <a:t>Legendenpunkt einfügen (ggf. Farbe Aufzählungspunkt anpassen)</a:t>
            </a:r>
          </a:p>
          <a:p>
            <a:pPr lvl="1"/>
            <a:r>
              <a:rPr lang="de-DE"/>
              <a:t>Zweite Ebene</a:t>
            </a:r>
          </a:p>
          <a:p>
            <a:pPr lvl="2"/>
            <a:r>
              <a:rPr lang="de-DE"/>
              <a:t>Dritte Ebene</a:t>
            </a:r>
          </a:p>
          <a:p>
            <a:pPr lvl="3"/>
            <a:r>
              <a:rPr lang="de-DE"/>
              <a:t>Vierte Ebene</a:t>
            </a:r>
          </a:p>
          <a:p>
            <a:pPr lvl="4"/>
            <a:r>
              <a:rPr lang="de-DE"/>
              <a:t>Fünfte Ebene</a:t>
            </a:r>
          </a:p>
          <a:p>
            <a:pPr lvl="5"/>
            <a:r>
              <a:rPr lang="de-DE"/>
              <a:t>Sechste Ebene</a:t>
            </a:r>
          </a:p>
          <a:p>
            <a:pPr lvl="6"/>
            <a:r>
              <a:rPr lang="de-DE"/>
              <a:t>Siebte Ebene</a:t>
            </a:r>
          </a:p>
          <a:p>
            <a:pPr lvl="7"/>
            <a:r>
              <a:rPr lang="de-DE"/>
              <a:t>Achte Ebene</a:t>
            </a:r>
          </a:p>
          <a:p>
            <a:pPr lvl="8"/>
            <a:r>
              <a:rPr lang="de-DE"/>
              <a:t>Neunte Ebene</a:t>
            </a:r>
          </a:p>
        </p:txBody>
      </p:sp>
    </p:spTree>
    <p:extLst>
      <p:ext uri="{BB962C8B-B14F-4D97-AF65-F5344CB8AC3E}">
        <p14:creationId xmlns:p14="http://schemas.microsoft.com/office/powerpoint/2010/main" val="343515209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Bild 2-spalti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Headline</a:t>
            </a:r>
          </a:p>
        </p:txBody>
      </p:sp>
      <p:sp>
        <p:nvSpPr>
          <p:cNvPr id="3" name="Datumsplatzhalter 2"/>
          <p:cNvSpPr>
            <a:spLocks noGrp="1"/>
          </p:cNvSpPr>
          <p:nvPr>
            <p:ph type="dt" sz="half" idx="10"/>
          </p:nvPr>
        </p:nvSpPr>
        <p:spPr/>
        <p:txBody>
          <a:bodyPr/>
          <a:lstStyle/>
          <a:p>
            <a:r>
              <a:rPr lang="de-DE"/>
              <a:t>Prof. Dr.-Ing. F. Leitner-Fischer / Daniel Stimac</a:t>
            </a:r>
          </a:p>
        </p:txBody>
      </p:sp>
      <p:sp>
        <p:nvSpPr>
          <p:cNvPr id="4" name="Fußzeilenplatzhalter 3"/>
          <p:cNvSpPr>
            <a:spLocks noGrp="1"/>
          </p:cNvSpPr>
          <p:nvPr>
            <p:ph type="ftr" sz="quarter" idx="11"/>
          </p:nvPr>
        </p:nvSpPr>
        <p:spPr/>
        <p:txBody>
          <a:bodyPr/>
          <a:lstStyle/>
          <a:p>
            <a:r>
              <a:rPr lang="de-DE"/>
              <a:t>Software Engineering</a:t>
            </a:r>
          </a:p>
        </p:txBody>
      </p:sp>
      <p:sp>
        <p:nvSpPr>
          <p:cNvPr id="5" name="Foliennummernplatzhalter 4"/>
          <p:cNvSpPr>
            <a:spLocks noGrp="1"/>
          </p:cNvSpPr>
          <p:nvPr>
            <p:ph type="sldNum" sz="quarter" idx="12"/>
          </p:nvPr>
        </p:nvSpPr>
        <p:spPr/>
        <p:txBody>
          <a:bodyPr/>
          <a:lstStyle/>
          <a:p>
            <a:fld id="{F5A77263-DD59-416C-A906-BA1A9DD16C04}" type="slidenum">
              <a:rPr lang="de-DE" smtClean="0"/>
              <a:pPr/>
              <a:t>‹Nr.›</a:t>
            </a:fld>
            <a:endParaRPr lang="de-DE"/>
          </a:p>
        </p:txBody>
      </p:sp>
      <p:sp>
        <p:nvSpPr>
          <p:cNvPr id="7" name="Textplatzhalter 6"/>
          <p:cNvSpPr>
            <a:spLocks noGrp="1"/>
          </p:cNvSpPr>
          <p:nvPr>
            <p:ph type="body" sz="quarter" idx="13" hasCustomPrompt="1"/>
          </p:nvPr>
        </p:nvSpPr>
        <p:spPr>
          <a:xfrm>
            <a:off x="753184" y="2124075"/>
            <a:ext cx="5236855" cy="2052000"/>
          </a:xfrm>
        </p:spPr>
        <p:txBody>
          <a:bodyPr/>
          <a:lstStyle/>
          <a:p>
            <a:pPr lvl="0"/>
            <a:r>
              <a:rPr lang="de-DE"/>
              <a:t>Aufzählungspunkt einfügen // für Fließtext und Zwischenheadline: Start // Absatz // Listenebene erhöhen/verringern</a:t>
            </a:r>
          </a:p>
          <a:p>
            <a:pPr lvl="1"/>
            <a:r>
              <a:rPr lang="de-DE"/>
              <a:t>Zweite Ebene</a:t>
            </a:r>
          </a:p>
          <a:p>
            <a:pPr lvl="2"/>
            <a:r>
              <a:rPr lang="de-DE"/>
              <a:t>Dritte Ebene</a:t>
            </a:r>
          </a:p>
          <a:p>
            <a:pPr lvl="3"/>
            <a:r>
              <a:rPr lang="de-DE"/>
              <a:t>Vierte Ebene</a:t>
            </a:r>
          </a:p>
        </p:txBody>
      </p:sp>
      <p:sp>
        <p:nvSpPr>
          <p:cNvPr id="9" name="Textplatzhalter 6"/>
          <p:cNvSpPr>
            <a:spLocks noGrp="1"/>
          </p:cNvSpPr>
          <p:nvPr>
            <p:ph type="body" sz="quarter" idx="14" hasCustomPrompt="1"/>
          </p:nvPr>
        </p:nvSpPr>
        <p:spPr>
          <a:xfrm>
            <a:off x="6202704" y="2124075"/>
            <a:ext cx="5238331" cy="2052000"/>
          </a:xfrm>
        </p:spPr>
        <p:txBody>
          <a:bodyPr/>
          <a:lstStyle/>
          <a:p>
            <a:pPr lvl="0"/>
            <a:r>
              <a:rPr lang="de-DE"/>
              <a:t>Aufzählungspunkt einfügen // für Fließtext und Zwischenheadline: Start // Absatz // Listenebene erhöhen/verringern</a:t>
            </a:r>
          </a:p>
          <a:p>
            <a:pPr lvl="1"/>
            <a:r>
              <a:rPr lang="de-DE"/>
              <a:t>Zweite Ebene</a:t>
            </a:r>
          </a:p>
          <a:p>
            <a:pPr lvl="2"/>
            <a:r>
              <a:rPr lang="de-DE"/>
              <a:t>Dritte Ebene</a:t>
            </a:r>
          </a:p>
          <a:p>
            <a:pPr lvl="3"/>
            <a:r>
              <a:rPr lang="de-DE"/>
              <a:t>Vierte Ebene</a:t>
            </a:r>
          </a:p>
        </p:txBody>
      </p:sp>
      <p:sp>
        <p:nvSpPr>
          <p:cNvPr id="11" name="Bildplatzhalter 10"/>
          <p:cNvSpPr>
            <a:spLocks noGrp="1"/>
          </p:cNvSpPr>
          <p:nvPr>
            <p:ph type="pic" sz="quarter" idx="15" hasCustomPrompt="1"/>
          </p:nvPr>
        </p:nvSpPr>
        <p:spPr>
          <a:xfrm>
            <a:off x="754142" y="4248150"/>
            <a:ext cx="5235897" cy="1980000"/>
          </a:xfrm>
        </p:spPr>
        <p:txBody>
          <a:bodyPr/>
          <a:lstStyle>
            <a:lvl1pPr marL="0" indent="0" algn="ctr">
              <a:lnSpc>
                <a:spcPct val="100000"/>
              </a:lnSpc>
              <a:buNone/>
              <a:defRPr sz="1200"/>
            </a:lvl1pPr>
          </a:lstStyle>
          <a:p>
            <a:br>
              <a:rPr lang="de-DE"/>
            </a:br>
            <a:br>
              <a:rPr lang="de-DE"/>
            </a:br>
            <a:br>
              <a:rPr lang="de-DE"/>
            </a:br>
            <a:r>
              <a:rPr lang="de-DE"/>
              <a:t>Bild einfügen</a:t>
            </a:r>
          </a:p>
        </p:txBody>
      </p:sp>
      <p:sp>
        <p:nvSpPr>
          <p:cNvPr id="12" name="Bildplatzhalter 10"/>
          <p:cNvSpPr>
            <a:spLocks noGrp="1"/>
          </p:cNvSpPr>
          <p:nvPr>
            <p:ph type="pic" sz="quarter" idx="16" hasCustomPrompt="1"/>
          </p:nvPr>
        </p:nvSpPr>
        <p:spPr>
          <a:xfrm>
            <a:off x="6202704" y="4246050"/>
            <a:ext cx="5235897" cy="1980000"/>
          </a:xfrm>
        </p:spPr>
        <p:txBody>
          <a:bodyPr/>
          <a:lstStyle>
            <a:lvl1pPr marL="0" indent="0" algn="ctr">
              <a:lnSpc>
                <a:spcPct val="100000"/>
              </a:lnSpc>
              <a:buNone/>
              <a:defRPr sz="1200"/>
            </a:lvl1pPr>
          </a:lstStyle>
          <a:p>
            <a:br>
              <a:rPr lang="de-DE"/>
            </a:br>
            <a:br>
              <a:rPr lang="de-DE"/>
            </a:br>
            <a:br>
              <a:rPr lang="de-DE"/>
            </a:br>
            <a:r>
              <a:rPr lang="de-DE"/>
              <a:t>Bild einfügen</a:t>
            </a:r>
          </a:p>
        </p:txBody>
      </p:sp>
    </p:spTree>
    <p:extLst>
      <p:ext uri="{BB962C8B-B14F-4D97-AF65-F5344CB8AC3E}">
        <p14:creationId xmlns:p14="http://schemas.microsoft.com/office/powerpoint/2010/main" val="26557101"/>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 Bild (Störer optiona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Headline</a:t>
            </a:r>
          </a:p>
        </p:txBody>
      </p:sp>
      <p:sp>
        <p:nvSpPr>
          <p:cNvPr id="3" name="Datumsplatzhalter 2"/>
          <p:cNvSpPr>
            <a:spLocks noGrp="1"/>
          </p:cNvSpPr>
          <p:nvPr>
            <p:ph type="dt" sz="half" idx="10"/>
          </p:nvPr>
        </p:nvSpPr>
        <p:spPr/>
        <p:txBody>
          <a:bodyPr/>
          <a:lstStyle/>
          <a:p>
            <a:r>
              <a:rPr lang="de-DE"/>
              <a:t>Prof. Dr.-Ing. F. Leitner-Fischer / Daniel Stimac</a:t>
            </a:r>
          </a:p>
        </p:txBody>
      </p:sp>
      <p:sp>
        <p:nvSpPr>
          <p:cNvPr id="4" name="Fußzeilenplatzhalter 3"/>
          <p:cNvSpPr>
            <a:spLocks noGrp="1"/>
          </p:cNvSpPr>
          <p:nvPr>
            <p:ph type="ftr" sz="quarter" idx="11"/>
          </p:nvPr>
        </p:nvSpPr>
        <p:spPr/>
        <p:txBody>
          <a:bodyPr/>
          <a:lstStyle/>
          <a:p>
            <a:r>
              <a:rPr lang="de-DE"/>
              <a:t>Software Engineering</a:t>
            </a:r>
          </a:p>
        </p:txBody>
      </p:sp>
      <p:sp>
        <p:nvSpPr>
          <p:cNvPr id="5" name="Foliennummernplatzhalter 4"/>
          <p:cNvSpPr>
            <a:spLocks noGrp="1"/>
          </p:cNvSpPr>
          <p:nvPr>
            <p:ph type="sldNum" sz="quarter" idx="12"/>
          </p:nvPr>
        </p:nvSpPr>
        <p:spPr/>
        <p:txBody>
          <a:bodyPr/>
          <a:lstStyle/>
          <a:p>
            <a:fld id="{F5A77263-DD59-416C-A906-BA1A9DD16C04}" type="slidenum">
              <a:rPr lang="de-DE" smtClean="0"/>
              <a:pPr/>
              <a:t>‹Nr.›</a:t>
            </a:fld>
            <a:endParaRPr lang="de-DE"/>
          </a:p>
        </p:txBody>
      </p:sp>
      <p:sp>
        <p:nvSpPr>
          <p:cNvPr id="7" name="Textplatzhalter 6"/>
          <p:cNvSpPr>
            <a:spLocks noGrp="1"/>
          </p:cNvSpPr>
          <p:nvPr>
            <p:ph type="body" sz="quarter" idx="13" hasCustomPrompt="1"/>
          </p:nvPr>
        </p:nvSpPr>
        <p:spPr>
          <a:xfrm>
            <a:off x="753182" y="1341562"/>
            <a:ext cx="5470342" cy="4526510"/>
          </a:xfrm>
        </p:spPr>
        <p:txBody>
          <a:bodyPr/>
          <a:lstStyle/>
          <a:p>
            <a:pPr lvl="0"/>
            <a:r>
              <a:rPr lang="de-DE"/>
              <a:t>Aufzählungspunkt einfügen // für Fließtext und Zwischenheadline: Start // Absatz // Listenebene erhöhen/verringern</a:t>
            </a:r>
          </a:p>
          <a:p>
            <a:pPr lvl="1"/>
            <a:r>
              <a:rPr lang="de-DE"/>
              <a:t>Zweite Ebene</a:t>
            </a:r>
          </a:p>
          <a:p>
            <a:pPr lvl="2"/>
            <a:r>
              <a:rPr lang="de-DE"/>
              <a:t>Dritte Ebene</a:t>
            </a:r>
          </a:p>
          <a:p>
            <a:pPr lvl="3"/>
            <a:r>
              <a:rPr lang="de-DE"/>
              <a:t>Vierte Ebene</a:t>
            </a:r>
          </a:p>
          <a:p>
            <a:pPr lvl="4"/>
            <a:r>
              <a:rPr lang="de-DE"/>
              <a:t>Fünfte Ebene</a:t>
            </a:r>
          </a:p>
          <a:p>
            <a:pPr lvl="5"/>
            <a:r>
              <a:rPr lang="de-DE"/>
              <a:t>Sechste Ebene</a:t>
            </a:r>
          </a:p>
          <a:p>
            <a:pPr lvl="6"/>
            <a:r>
              <a:rPr lang="de-DE"/>
              <a:t>Siebte Ebene</a:t>
            </a:r>
          </a:p>
          <a:p>
            <a:pPr lvl="7"/>
            <a:r>
              <a:rPr lang="de-DE"/>
              <a:t>Achte Ebene</a:t>
            </a:r>
          </a:p>
          <a:p>
            <a:pPr lvl="8"/>
            <a:r>
              <a:rPr lang="de-DE"/>
              <a:t>Neunte Ebene</a:t>
            </a:r>
          </a:p>
        </p:txBody>
      </p:sp>
      <p:sp>
        <p:nvSpPr>
          <p:cNvPr id="11" name="Bildplatzhalter 10"/>
          <p:cNvSpPr>
            <a:spLocks noGrp="1"/>
          </p:cNvSpPr>
          <p:nvPr>
            <p:ph type="pic" sz="quarter" idx="15" hasCustomPrompt="1"/>
          </p:nvPr>
        </p:nvSpPr>
        <p:spPr>
          <a:xfrm>
            <a:off x="6314354" y="1341563"/>
            <a:ext cx="5126683" cy="4886588"/>
          </a:xfrm>
        </p:spPr>
        <p:txBody>
          <a:bodyPr/>
          <a:lstStyle>
            <a:lvl1pPr marL="0" indent="0" algn="ctr">
              <a:lnSpc>
                <a:spcPct val="100000"/>
              </a:lnSpc>
              <a:buNone/>
              <a:defRPr sz="1200"/>
            </a:lvl1pPr>
          </a:lstStyle>
          <a:p>
            <a:br>
              <a:rPr lang="de-DE"/>
            </a:br>
            <a:br>
              <a:rPr lang="de-DE"/>
            </a:br>
            <a:br>
              <a:rPr lang="de-DE"/>
            </a:br>
            <a:br>
              <a:rPr lang="de-DE"/>
            </a:br>
            <a:br>
              <a:rPr lang="de-DE"/>
            </a:br>
            <a:br>
              <a:rPr lang="de-DE"/>
            </a:br>
            <a:br>
              <a:rPr lang="de-DE"/>
            </a:br>
            <a:br>
              <a:rPr lang="de-DE"/>
            </a:br>
            <a:br>
              <a:rPr lang="de-DE"/>
            </a:br>
            <a:r>
              <a:rPr lang="de-DE"/>
              <a:t>Bild einfügen</a:t>
            </a:r>
          </a:p>
        </p:txBody>
      </p:sp>
      <p:sp>
        <p:nvSpPr>
          <p:cNvPr id="14" name="Textplatzhalter 9"/>
          <p:cNvSpPr>
            <a:spLocks noGrp="1"/>
          </p:cNvSpPr>
          <p:nvPr>
            <p:ph type="body" sz="quarter" idx="19" hasCustomPrompt="1"/>
          </p:nvPr>
        </p:nvSpPr>
        <p:spPr>
          <a:xfrm>
            <a:off x="754140" y="5940110"/>
            <a:ext cx="5469386" cy="288000"/>
          </a:xfrm>
        </p:spPr>
        <p:txBody>
          <a:bodyPr anchor="b" anchorCtr="0"/>
          <a:lstStyle>
            <a:lvl1pPr marL="0" indent="0">
              <a:lnSpc>
                <a:spcPct val="100000"/>
              </a:lnSpc>
              <a:buFont typeface="Arial" panose="020B0604020202020204" pitchFamily="34" charset="0"/>
              <a:buNone/>
              <a:defRPr sz="1600" b="0" cap="none" baseline="0">
                <a:solidFill>
                  <a:schemeClr val="tx1"/>
                </a:solidFill>
                <a:latin typeface="+mn-lt"/>
              </a:defRPr>
            </a:lvl1pPr>
            <a:lvl2pPr marL="0" indent="0">
              <a:lnSpc>
                <a:spcPct val="100000"/>
              </a:lnSpc>
              <a:buFont typeface="Arial" panose="020B0604020202020204" pitchFamily="34" charset="0"/>
              <a:buNone/>
              <a:defRPr sz="1600" b="0" cap="none">
                <a:solidFill>
                  <a:schemeClr val="tx1"/>
                </a:solidFill>
                <a:latin typeface="+mn-lt"/>
              </a:defRPr>
            </a:lvl2pPr>
            <a:lvl3pPr marL="0" indent="0">
              <a:lnSpc>
                <a:spcPct val="100000"/>
              </a:lnSpc>
              <a:buFont typeface="Arial" panose="020B0604020202020204" pitchFamily="34" charset="0"/>
              <a:buNone/>
              <a:defRPr sz="1600" b="0" cap="none">
                <a:solidFill>
                  <a:schemeClr val="tx1"/>
                </a:solidFill>
                <a:latin typeface="+mn-lt"/>
              </a:defRPr>
            </a:lvl3pPr>
            <a:lvl4pPr marL="0" indent="0">
              <a:lnSpc>
                <a:spcPct val="100000"/>
              </a:lnSpc>
              <a:buFont typeface="Arial" panose="020B0604020202020204" pitchFamily="34" charset="0"/>
              <a:buNone/>
              <a:defRPr sz="1600" b="0" cap="none">
                <a:solidFill>
                  <a:schemeClr val="tx1"/>
                </a:solidFill>
                <a:latin typeface="+mn-lt"/>
              </a:defRPr>
            </a:lvl4pPr>
            <a:lvl5pPr marL="0" indent="0">
              <a:lnSpc>
                <a:spcPct val="100000"/>
              </a:lnSpc>
              <a:buFont typeface="Arial" panose="020B0604020202020204" pitchFamily="34" charset="0"/>
              <a:buNone/>
              <a:defRPr sz="1600" b="0" cap="none">
                <a:solidFill>
                  <a:schemeClr val="tx1"/>
                </a:solidFill>
                <a:latin typeface="+mn-lt"/>
              </a:defRPr>
            </a:lvl5pPr>
            <a:lvl6pPr marL="0" indent="0">
              <a:lnSpc>
                <a:spcPct val="100000"/>
              </a:lnSpc>
              <a:buFont typeface="Arial" panose="020B0604020202020204" pitchFamily="34" charset="0"/>
              <a:buNone/>
              <a:defRPr sz="1600" b="0" cap="none">
                <a:solidFill>
                  <a:schemeClr val="tx1"/>
                </a:solidFill>
                <a:latin typeface="+mn-lt"/>
              </a:defRPr>
            </a:lvl6pPr>
            <a:lvl7pPr marL="0" indent="0">
              <a:lnSpc>
                <a:spcPct val="100000"/>
              </a:lnSpc>
              <a:buFont typeface="Arial" panose="020B0604020202020204" pitchFamily="34" charset="0"/>
              <a:buNone/>
              <a:defRPr sz="1600" b="0" cap="none">
                <a:solidFill>
                  <a:schemeClr val="tx1"/>
                </a:solidFill>
                <a:latin typeface="+mn-lt"/>
              </a:defRPr>
            </a:lvl7pPr>
            <a:lvl8pPr marL="0" indent="0">
              <a:lnSpc>
                <a:spcPct val="100000"/>
              </a:lnSpc>
              <a:buFont typeface="Arial" panose="020B0604020202020204" pitchFamily="34" charset="0"/>
              <a:buNone/>
              <a:defRPr sz="1600" b="0" cap="none">
                <a:solidFill>
                  <a:schemeClr val="tx1"/>
                </a:solidFill>
                <a:latin typeface="+mn-lt"/>
              </a:defRPr>
            </a:lvl8pPr>
            <a:lvl9pPr marL="0" indent="0">
              <a:lnSpc>
                <a:spcPct val="100000"/>
              </a:lnSpc>
              <a:buFont typeface="Arial" panose="020B0604020202020204" pitchFamily="34" charset="0"/>
              <a:buNone/>
              <a:defRPr sz="1600" b="0" cap="none">
                <a:solidFill>
                  <a:schemeClr val="tx1"/>
                </a:solidFill>
                <a:latin typeface="+mn-lt"/>
              </a:defRPr>
            </a:lvl9pPr>
          </a:lstStyle>
          <a:p>
            <a:pPr lvl="0"/>
            <a:r>
              <a:rPr lang="de-DE"/>
              <a:t>URL</a:t>
            </a:r>
          </a:p>
        </p:txBody>
      </p:sp>
      <p:sp>
        <p:nvSpPr>
          <p:cNvPr id="13" name="Textplatzhalter 14"/>
          <p:cNvSpPr>
            <a:spLocks noGrp="1" noChangeAspect="1"/>
          </p:cNvSpPr>
          <p:nvPr>
            <p:ph type="body" sz="quarter" idx="18" hasCustomPrompt="1"/>
          </p:nvPr>
        </p:nvSpPr>
        <p:spPr>
          <a:xfrm>
            <a:off x="5618764" y="4815000"/>
            <a:ext cx="2156326" cy="1752120"/>
          </a:xfrm>
          <a:prstGeom prst="ellipse">
            <a:avLst/>
          </a:prstGeom>
          <a:solidFill>
            <a:schemeClr val="accent2"/>
          </a:solidFill>
          <a:effectLst>
            <a:innerShdw blurRad="1270000">
              <a:prstClr val="black">
                <a:alpha val="15000"/>
              </a:prstClr>
            </a:innerShdw>
          </a:effectLst>
        </p:spPr>
        <p:txBody>
          <a:bodyPr wrap="none" lIns="0" tIns="0" bIns="0" anchor="ctr" anchorCtr="0"/>
          <a:lstStyle>
            <a:lvl1pPr marL="0" indent="0" algn="ctr">
              <a:lnSpc>
                <a:spcPts val="2300"/>
              </a:lnSpc>
              <a:spcBef>
                <a:spcPts val="0"/>
              </a:spcBef>
              <a:buFont typeface="Arial" panose="020B0604020202020204" pitchFamily="34" charset="0"/>
              <a:buNone/>
              <a:defRPr sz="1600" b="0" i="1" u="sng" baseline="0">
                <a:solidFill>
                  <a:schemeClr val="bg1"/>
                </a:solidFill>
                <a:latin typeface="+mn-lt"/>
              </a:defRPr>
            </a:lvl1pPr>
            <a:lvl2pPr marL="0" indent="0" algn="ctr">
              <a:lnSpc>
                <a:spcPts val="2300"/>
              </a:lnSpc>
              <a:spcBef>
                <a:spcPts val="0"/>
              </a:spcBef>
              <a:buFont typeface="Arial" panose="020B0604020202020204" pitchFamily="34" charset="0"/>
              <a:buNone/>
              <a:defRPr sz="1600" b="0" i="1" u="sng" cap="none">
                <a:solidFill>
                  <a:schemeClr val="bg1"/>
                </a:solidFill>
                <a:latin typeface="+mn-lt"/>
              </a:defRPr>
            </a:lvl2pPr>
            <a:lvl3pPr marL="0" indent="0" algn="ctr">
              <a:lnSpc>
                <a:spcPts val="2300"/>
              </a:lnSpc>
              <a:spcBef>
                <a:spcPts val="0"/>
              </a:spcBef>
              <a:buFont typeface="Arial" panose="020B0604020202020204" pitchFamily="34" charset="0"/>
              <a:buNone/>
              <a:defRPr sz="1600" b="0" i="1" u="sng" cap="none">
                <a:solidFill>
                  <a:schemeClr val="bg1"/>
                </a:solidFill>
                <a:latin typeface="+mn-lt"/>
              </a:defRPr>
            </a:lvl3pPr>
            <a:lvl4pPr marL="0" indent="0" algn="ctr">
              <a:lnSpc>
                <a:spcPts val="2300"/>
              </a:lnSpc>
              <a:spcBef>
                <a:spcPts val="0"/>
              </a:spcBef>
              <a:buFont typeface="Arial" panose="020B0604020202020204" pitchFamily="34" charset="0"/>
              <a:buNone/>
              <a:defRPr sz="1600" b="0" i="1" u="sng" cap="none">
                <a:solidFill>
                  <a:schemeClr val="bg1"/>
                </a:solidFill>
                <a:latin typeface="+mn-lt"/>
              </a:defRPr>
            </a:lvl4pPr>
            <a:lvl5pPr marL="0" indent="0" algn="ctr">
              <a:lnSpc>
                <a:spcPts val="2300"/>
              </a:lnSpc>
              <a:spcBef>
                <a:spcPts val="0"/>
              </a:spcBef>
              <a:buFont typeface="Arial" panose="020B0604020202020204" pitchFamily="34" charset="0"/>
              <a:buNone/>
              <a:defRPr sz="1600" b="0" i="1" u="sng" cap="none">
                <a:solidFill>
                  <a:schemeClr val="bg1"/>
                </a:solidFill>
                <a:latin typeface="+mn-lt"/>
              </a:defRPr>
            </a:lvl5pPr>
            <a:lvl6pPr marL="0" indent="0" algn="ctr">
              <a:lnSpc>
                <a:spcPts val="2300"/>
              </a:lnSpc>
              <a:spcBef>
                <a:spcPts val="0"/>
              </a:spcBef>
              <a:buFont typeface="Arial" panose="020B0604020202020204" pitchFamily="34" charset="0"/>
              <a:buNone/>
              <a:defRPr sz="1600" b="0" i="1" u="sng" cap="none">
                <a:solidFill>
                  <a:schemeClr val="bg1"/>
                </a:solidFill>
                <a:latin typeface="+mn-lt"/>
              </a:defRPr>
            </a:lvl6pPr>
            <a:lvl7pPr marL="0" indent="0" algn="ctr">
              <a:lnSpc>
                <a:spcPts val="2300"/>
              </a:lnSpc>
              <a:spcBef>
                <a:spcPts val="0"/>
              </a:spcBef>
              <a:buFont typeface="Arial" panose="020B0604020202020204" pitchFamily="34" charset="0"/>
              <a:buNone/>
              <a:defRPr sz="1600" b="0" i="1" u="sng" cap="none">
                <a:solidFill>
                  <a:schemeClr val="bg1"/>
                </a:solidFill>
                <a:latin typeface="+mn-lt"/>
              </a:defRPr>
            </a:lvl7pPr>
            <a:lvl8pPr marL="0" indent="0" algn="ctr">
              <a:lnSpc>
                <a:spcPts val="2300"/>
              </a:lnSpc>
              <a:spcBef>
                <a:spcPts val="0"/>
              </a:spcBef>
              <a:buFont typeface="Arial" panose="020B0604020202020204" pitchFamily="34" charset="0"/>
              <a:buNone/>
              <a:defRPr sz="1600" b="0" i="1" u="sng" cap="none">
                <a:solidFill>
                  <a:schemeClr val="bg1"/>
                </a:solidFill>
                <a:latin typeface="+mn-lt"/>
              </a:defRPr>
            </a:lvl8pPr>
            <a:lvl9pPr marL="0" indent="0" algn="ctr">
              <a:lnSpc>
                <a:spcPts val="2300"/>
              </a:lnSpc>
              <a:spcBef>
                <a:spcPts val="0"/>
              </a:spcBef>
              <a:buFont typeface="Arial" panose="020B0604020202020204" pitchFamily="34" charset="0"/>
              <a:buNone/>
              <a:defRPr sz="1600" b="0" i="1" u="sng" cap="none">
                <a:solidFill>
                  <a:schemeClr val="bg1"/>
                </a:solidFill>
                <a:latin typeface="+mn-lt"/>
              </a:defRPr>
            </a:lvl9pPr>
          </a:lstStyle>
          <a:p>
            <a:pPr lvl="0"/>
            <a:r>
              <a:rPr lang="de-DE"/>
              <a:t>Text einfügen</a:t>
            </a:r>
            <a:br>
              <a:rPr lang="de-DE"/>
            </a:br>
            <a:r>
              <a:rPr lang="de-DE"/>
              <a:t>(Umbrüche </a:t>
            </a:r>
            <a:br>
              <a:rPr lang="de-DE"/>
            </a:br>
            <a:r>
              <a:rPr lang="de-DE"/>
              <a:t>passend </a:t>
            </a:r>
            <a:br>
              <a:rPr lang="de-DE"/>
            </a:br>
            <a:r>
              <a:rPr lang="de-DE"/>
              <a:t>setzten)</a:t>
            </a:r>
          </a:p>
        </p:txBody>
      </p:sp>
    </p:spTree>
    <p:extLst>
      <p:ext uri="{BB962C8B-B14F-4D97-AF65-F5344CB8AC3E}">
        <p14:creationId xmlns:p14="http://schemas.microsoft.com/office/powerpoint/2010/main" val="1771896164"/>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3 Bilder (Störer optional)">
    <p:spTree>
      <p:nvGrpSpPr>
        <p:cNvPr id="1" name=""/>
        <p:cNvGrpSpPr/>
        <p:nvPr/>
      </p:nvGrpSpPr>
      <p:grpSpPr>
        <a:xfrm>
          <a:off x="0" y="0"/>
          <a:ext cx="0" cy="0"/>
          <a:chOff x="0" y="0"/>
          <a:chExt cx="0" cy="0"/>
        </a:xfrm>
      </p:grpSpPr>
      <p:sp>
        <p:nvSpPr>
          <p:cNvPr id="7" name="Textplatzhalter 6"/>
          <p:cNvSpPr>
            <a:spLocks noGrp="1"/>
          </p:cNvSpPr>
          <p:nvPr>
            <p:ph type="body" sz="quarter" idx="13" hasCustomPrompt="1"/>
          </p:nvPr>
        </p:nvSpPr>
        <p:spPr>
          <a:xfrm>
            <a:off x="753184" y="2124075"/>
            <a:ext cx="10687853" cy="1800000"/>
          </a:xfrm>
        </p:spPr>
        <p:txBody>
          <a:bodyPr/>
          <a:lstStyle/>
          <a:p>
            <a:pPr lvl="0"/>
            <a:r>
              <a:rPr lang="de-DE"/>
              <a:t>Aufzählungspunkt einfügen // für Fließtext und Zwischenheadline: Start // Absatz // Listenebene erhöhen/verringern</a:t>
            </a:r>
          </a:p>
          <a:p>
            <a:pPr lvl="1"/>
            <a:r>
              <a:rPr lang="de-DE"/>
              <a:t>Zweite Ebene</a:t>
            </a:r>
          </a:p>
          <a:p>
            <a:pPr lvl="2"/>
            <a:r>
              <a:rPr lang="de-DE"/>
              <a:t>Dritte Ebene</a:t>
            </a:r>
          </a:p>
          <a:p>
            <a:pPr lvl="3"/>
            <a:r>
              <a:rPr lang="de-DE"/>
              <a:t>Vierte Ebene</a:t>
            </a:r>
          </a:p>
        </p:txBody>
      </p:sp>
      <p:sp>
        <p:nvSpPr>
          <p:cNvPr id="2" name="Titel 1"/>
          <p:cNvSpPr>
            <a:spLocks noGrp="1"/>
          </p:cNvSpPr>
          <p:nvPr>
            <p:ph type="title" hasCustomPrompt="1"/>
          </p:nvPr>
        </p:nvSpPr>
        <p:spPr/>
        <p:txBody>
          <a:bodyPr/>
          <a:lstStyle/>
          <a:p>
            <a:r>
              <a:rPr lang="de-DE"/>
              <a:t>Headline</a:t>
            </a:r>
          </a:p>
        </p:txBody>
      </p:sp>
      <p:sp>
        <p:nvSpPr>
          <p:cNvPr id="3" name="Datumsplatzhalter 2"/>
          <p:cNvSpPr>
            <a:spLocks noGrp="1"/>
          </p:cNvSpPr>
          <p:nvPr>
            <p:ph type="dt" sz="half" idx="10"/>
          </p:nvPr>
        </p:nvSpPr>
        <p:spPr/>
        <p:txBody>
          <a:bodyPr/>
          <a:lstStyle/>
          <a:p>
            <a:r>
              <a:rPr lang="de-DE"/>
              <a:t>Prof. Dr.-Ing. F. Leitner-Fischer / Daniel Stimac</a:t>
            </a:r>
          </a:p>
        </p:txBody>
      </p:sp>
      <p:sp>
        <p:nvSpPr>
          <p:cNvPr id="4" name="Fußzeilenplatzhalter 3"/>
          <p:cNvSpPr>
            <a:spLocks noGrp="1"/>
          </p:cNvSpPr>
          <p:nvPr>
            <p:ph type="ftr" sz="quarter" idx="11"/>
          </p:nvPr>
        </p:nvSpPr>
        <p:spPr/>
        <p:txBody>
          <a:bodyPr/>
          <a:lstStyle/>
          <a:p>
            <a:r>
              <a:rPr lang="de-DE"/>
              <a:t>Software Engineering</a:t>
            </a:r>
          </a:p>
        </p:txBody>
      </p:sp>
      <p:sp>
        <p:nvSpPr>
          <p:cNvPr id="5" name="Foliennummernplatzhalter 4"/>
          <p:cNvSpPr>
            <a:spLocks noGrp="1"/>
          </p:cNvSpPr>
          <p:nvPr>
            <p:ph type="sldNum" sz="quarter" idx="12"/>
          </p:nvPr>
        </p:nvSpPr>
        <p:spPr/>
        <p:txBody>
          <a:bodyPr/>
          <a:lstStyle/>
          <a:p>
            <a:fld id="{F5A77263-DD59-416C-A906-BA1A9DD16C04}" type="slidenum">
              <a:rPr lang="de-DE" smtClean="0"/>
              <a:pPr/>
              <a:t>‹Nr.›</a:t>
            </a:fld>
            <a:endParaRPr lang="de-DE"/>
          </a:p>
        </p:txBody>
      </p:sp>
      <p:sp>
        <p:nvSpPr>
          <p:cNvPr id="11" name="Bildplatzhalter 10"/>
          <p:cNvSpPr>
            <a:spLocks noGrp="1"/>
          </p:cNvSpPr>
          <p:nvPr>
            <p:ph type="pic" sz="quarter" idx="15" hasCustomPrompt="1"/>
          </p:nvPr>
        </p:nvSpPr>
        <p:spPr>
          <a:xfrm>
            <a:off x="754140" y="4248150"/>
            <a:ext cx="3433640" cy="1980000"/>
          </a:xfrm>
        </p:spPr>
        <p:txBody>
          <a:bodyPr/>
          <a:lstStyle>
            <a:lvl1pPr marL="0" indent="0" algn="ctr">
              <a:lnSpc>
                <a:spcPct val="100000"/>
              </a:lnSpc>
              <a:buNone/>
              <a:defRPr sz="1200"/>
            </a:lvl1pPr>
          </a:lstStyle>
          <a:p>
            <a:br>
              <a:rPr lang="de-DE"/>
            </a:br>
            <a:br>
              <a:rPr lang="de-DE"/>
            </a:br>
            <a:r>
              <a:rPr lang="de-DE"/>
              <a:t>Bild einfügen</a:t>
            </a:r>
          </a:p>
        </p:txBody>
      </p:sp>
      <p:sp>
        <p:nvSpPr>
          <p:cNvPr id="12" name="Bildplatzhalter 10"/>
          <p:cNvSpPr>
            <a:spLocks noGrp="1"/>
          </p:cNvSpPr>
          <p:nvPr>
            <p:ph type="pic" sz="quarter" idx="16" hasCustomPrompt="1"/>
          </p:nvPr>
        </p:nvSpPr>
        <p:spPr>
          <a:xfrm>
            <a:off x="4380768" y="4246050"/>
            <a:ext cx="3433640" cy="1980000"/>
          </a:xfrm>
        </p:spPr>
        <p:txBody>
          <a:bodyPr/>
          <a:lstStyle>
            <a:lvl1pPr marL="0" indent="0" algn="ctr">
              <a:lnSpc>
                <a:spcPct val="100000"/>
              </a:lnSpc>
              <a:buNone/>
              <a:defRPr sz="1200"/>
            </a:lvl1pPr>
          </a:lstStyle>
          <a:p>
            <a:br>
              <a:rPr lang="de-DE"/>
            </a:br>
            <a:br>
              <a:rPr lang="de-DE"/>
            </a:br>
            <a:r>
              <a:rPr lang="de-DE"/>
              <a:t>Bild einfügen</a:t>
            </a:r>
          </a:p>
        </p:txBody>
      </p:sp>
      <p:sp>
        <p:nvSpPr>
          <p:cNvPr id="10" name="Bildplatzhalter 10"/>
          <p:cNvSpPr>
            <a:spLocks noGrp="1"/>
          </p:cNvSpPr>
          <p:nvPr>
            <p:ph type="pic" sz="quarter" idx="17" hasCustomPrompt="1"/>
          </p:nvPr>
        </p:nvSpPr>
        <p:spPr>
          <a:xfrm>
            <a:off x="8007396" y="4246050"/>
            <a:ext cx="3433640" cy="1980000"/>
          </a:xfrm>
        </p:spPr>
        <p:txBody>
          <a:bodyPr/>
          <a:lstStyle>
            <a:lvl1pPr marL="0" indent="0" algn="ctr">
              <a:lnSpc>
                <a:spcPct val="100000"/>
              </a:lnSpc>
              <a:buNone/>
              <a:defRPr sz="1200"/>
            </a:lvl1pPr>
          </a:lstStyle>
          <a:p>
            <a:br>
              <a:rPr lang="de-DE"/>
            </a:br>
            <a:br>
              <a:rPr lang="de-DE"/>
            </a:br>
            <a:r>
              <a:rPr lang="de-DE"/>
              <a:t>Bild einfügen</a:t>
            </a:r>
          </a:p>
        </p:txBody>
      </p:sp>
      <p:sp>
        <p:nvSpPr>
          <p:cNvPr id="13" name="Textplatzhalter 14"/>
          <p:cNvSpPr>
            <a:spLocks noGrp="1" noChangeAspect="1"/>
          </p:cNvSpPr>
          <p:nvPr>
            <p:ph type="body" sz="quarter" idx="18" hasCustomPrompt="1"/>
          </p:nvPr>
        </p:nvSpPr>
        <p:spPr>
          <a:xfrm>
            <a:off x="9403744" y="2603520"/>
            <a:ext cx="2525387" cy="2052000"/>
          </a:xfrm>
          <a:prstGeom prst="ellipse">
            <a:avLst/>
          </a:prstGeom>
          <a:solidFill>
            <a:schemeClr val="accent2"/>
          </a:solidFill>
          <a:effectLst>
            <a:innerShdw blurRad="1270000">
              <a:prstClr val="black">
                <a:alpha val="15000"/>
              </a:prstClr>
            </a:innerShdw>
          </a:effectLst>
        </p:spPr>
        <p:txBody>
          <a:bodyPr wrap="none" lIns="0" tIns="0" bIns="0" anchor="ctr" anchorCtr="0"/>
          <a:lstStyle>
            <a:lvl1pPr marL="0" indent="0" algn="ctr">
              <a:lnSpc>
                <a:spcPts val="2400"/>
              </a:lnSpc>
              <a:spcBef>
                <a:spcPts val="0"/>
              </a:spcBef>
              <a:buFont typeface="Arial" panose="020B0604020202020204" pitchFamily="34" charset="0"/>
              <a:buNone/>
              <a:defRPr sz="1700" b="0" i="1" u="sng" baseline="0">
                <a:solidFill>
                  <a:schemeClr val="bg1"/>
                </a:solidFill>
                <a:latin typeface="+mn-lt"/>
              </a:defRPr>
            </a:lvl1pPr>
            <a:lvl2pPr marL="0" indent="0" algn="ctr">
              <a:lnSpc>
                <a:spcPts val="2400"/>
              </a:lnSpc>
              <a:spcBef>
                <a:spcPts val="0"/>
              </a:spcBef>
              <a:buFont typeface="Arial" panose="020B0604020202020204" pitchFamily="34" charset="0"/>
              <a:buNone/>
              <a:defRPr sz="1700" b="0" i="1" u="sng" cap="none">
                <a:solidFill>
                  <a:schemeClr val="bg1"/>
                </a:solidFill>
                <a:latin typeface="+mn-lt"/>
              </a:defRPr>
            </a:lvl2pPr>
            <a:lvl3pPr marL="0" indent="0" algn="ctr">
              <a:lnSpc>
                <a:spcPts val="2400"/>
              </a:lnSpc>
              <a:spcBef>
                <a:spcPts val="0"/>
              </a:spcBef>
              <a:buFont typeface="Arial" panose="020B0604020202020204" pitchFamily="34" charset="0"/>
              <a:buNone/>
              <a:defRPr sz="1700" b="0" i="1" u="sng" cap="none">
                <a:solidFill>
                  <a:schemeClr val="bg1"/>
                </a:solidFill>
                <a:latin typeface="+mn-lt"/>
              </a:defRPr>
            </a:lvl3pPr>
            <a:lvl4pPr marL="0" indent="0" algn="ctr">
              <a:lnSpc>
                <a:spcPts val="2400"/>
              </a:lnSpc>
              <a:spcBef>
                <a:spcPts val="0"/>
              </a:spcBef>
              <a:buFont typeface="Arial" panose="020B0604020202020204" pitchFamily="34" charset="0"/>
              <a:buNone/>
              <a:defRPr sz="1700" b="0" i="1" u="sng" cap="none">
                <a:solidFill>
                  <a:schemeClr val="bg1"/>
                </a:solidFill>
                <a:latin typeface="+mn-lt"/>
              </a:defRPr>
            </a:lvl4pPr>
            <a:lvl5pPr marL="0" indent="0" algn="ctr">
              <a:lnSpc>
                <a:spcPts val="2400"/>
              </a:lnSpc>
              <a:spcBef>
                <a:spcPts val="0"/>
              </a:spcBef>
              <a:buFont typeface="Arial" panose="020B0604020202020204" pitchFamily="34" charset="0"/>
              <a:buNone/>
              <a:defRPr sz="1700" b="0" i="1" u="sng" cap="none">
                <a:solidFill>
                  <a:schemeClr val="bg1"/>
                </a:solidFill>
                <a:latin typeface="+mn-lt"/>
              </a:defRPr>
            </a:lvl5pPr>
            <a:lvl6pPr marL="0" indent="0" algn="ctr">
              <a:lnSpc>
                <a:spcPts val="2400"/>
              </a:lnSpc>
              <a:spcBef>
                <a:spcPts val="0"/>
              </a:spcBef>
              <a:buFont typeface="Arial" panose="020B0604020202020204" pitchFamily="34" charset="0"/>
              <a:buNone/>
              <a:defRPr sz="1700" b="0" i="1" u="sng" cap="none">
                <a:solidFill>
                  <a:schemeClr val="bg1"/>
                </a:solidFill>
                <a:latin typeface="+mn-lt"/>
              </a:defRPr>
            </a:lvl6pPr>
            <a:lvl7pPr marL="0" indent="0" algn="ctr">
              <a:lnSpc>
                <a:spcPts val="2400"/>
              </a:lnSpc>
              <a:spcBef>
                <a:spcPts val="0"/>
              </a:spcBef>
              <a:buFont typeface="Arial" panose="020B0604020202020204" pitchFamily="34" charset="0"/>
              <a:buNone/>
              <a:defRPr sz="1700" b="0" i="1" u="sng" cap="none">
                <a:solidFill>
                  <a:schemeClr val="bg1"/>
                </a:solidFill>
                <a:latin typeface="+mn-lt"/>
              </a:defRPr>
            </a:lvl7pPr>
            <a:lvl8pPr marL="0" indent="0" algn="ctr">
              <a:lnSpc>
                <a:spcPts val="2400"/>
              </a:lnSpc>
              <a:spcBef>
                <a:spcPts val="0"/>
              </a:spcBef>
              <a:buFont typeface="Arial" panose="020B0604020202020204" pitchFamily="34" charset="0"/>
              <a:buNone/>
              <a:defRPr sz="1700" b="0" i="1" u="sng" cap="none">
                <a:solidFill>
                  <a:schemeClr val="bg1"/>
                </a:solidFill>
                <a:latin typeface="+mn-lt"/>
              </a:defRPr>
            </a:lvl8pPr>
            <a:lvl9pPr marL="0" indent="0" algn="ctr">
              <a:lnSpc>
                <a:spcPts val="2400"/>
              </a:lnSpc>
              <a:spcBef>
                <a:spcPts val="0"/>
              </a:spcBef>
              <a:buFont typeface="Arial" panose="020B0604020202020204" pitchFamily="34" charset="0"/>
              <a:buNone/>
              <a:defRPr sz="1700" b="0" i="1" u="sng" cap="none">
                <a:solidFill>
                  <a:schemeClr val="bg1"/>
                </a:solidFill>
                <a:latin typeface="+mn-lt"/>
              </a:defRPr>
            </a:lvl9pPr>
          </a:lstStyle>
          <a:p>
            <a:pPr lvl="0"/>
            <a:r>
              <a:rPr lang="de-DE"/>
              <a:t>Text einfügen</a:t>
            </a:r>
            <a:br>
              <a:rPr lang="de-DE"/>
            </a:br>
            <a:r>
              <a:rPr lang="de-DE"/>
              <a:t>(Umbrüche </a:t>
            </a:r>
            <a:br>
              <a:rPr lang="de-DE"/>
            </a:br>
            <a:r>
              <a:rPr lang="de-DE"/>
              <a:t>passend setzten)</a:t>
            </a:r>
          </a:p>
        </p:txBody>
      </p:sp>
    </p:spTree>
    <p:extLst>
      <p:ext uri="{BB962C8B-B14F-4D97-AF65-F5344CB8AC3E}">
        <p14:creationId xmlns:p14="http://schemas.microsoft.com/office/powerpoint/2010/main" val="1552561220"/>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uale Dozenten">
    <p:spTree>
      <p:nvGrpSpPr>
        <p:cNvPr id="1" name=""/>
        <p:cNvGrpSpPr/>
        <p:nvPr/>
      </p:nvGrpSpPr>
      <p:grpSpPr>
        <a:xfrm>
          <a:off x="0" y="0"/>
          <a:ext cx="0" cy="0"/>
          <a:chOff x="0" y="0"/>
          <a:chExt cx="0" cy="0"/>
        </a:xfrm>
      </p:grpSpPr>
      <p:sp>
        <p:nvSpPr>
          <p:cNvPr id="6" name="Rechteck 5"/>
          <p:cNvSpPr/>
          <p:nvPr userDrawn="1"/>
        </p:nvSpPr>
        <p:spPr>
          <a:xfrm>
            <a:off x="4430504" y="2232000"/>
            <a:ext cx="7010533" cy="30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900"/>
          </a:p>
        </p:txBody>
      </p:sp>
      <p:sp>
        <p:nvSpPr>
          <p:cNvPr id="2" name="Titel 1"/>
          <p:cNvSpPr>
            <a:spLocks noGrp="1"/>
          </p:cNvSpPr>
          <p:nvPr>
            <p:ph type="title" hasCustomPrompt="1"/>
          </p:nvPr>
        </p:nvSpPr>
        <p:spPr/>
        <p:txBody>
          <a:bodyPr/>
          <a:lstStyle/>
          <a:p>
            <a:r>
              <a:rPr lang="de-DE"/>
              <a:t>Headline</a:t>
            </a:r>
          </a:p>
        </p:txBody>
      </p:sp>
      <p:sp>
        <p:nvSpPr>
          <p:cNvPr id="3" name="Datumsplatzhalter 2"/>
          <p:cNvSpPr>
            <a:spLocks noGrp="1"/>
          </p:cNvSpPr>
          <p:nvPr>
            <p:ph type="dt" sz="half" idx="10"/>
          </p:nvPr>
        </p:nvSpPr>
        <p:spPr/>
        <p:txBody>
          <a:bodyPr/>
          <a:lstStyle/>
          <a:p>
            <a:r>
              <a:rPr lang="de-DE"/>
              <a:t>Prof. Dr.-Ing. F. Leitner-Fischer / Daniel Stimac</a:t>
            </a:r>
          </a:p>
        </p:txBody>
      </p:sp>
      <p:sp>
        <p:nvSpPr>
          <p:cNvPr id="4" name="Fußzeilenplatzhalter 3"/>
          <p:cNvSpPr>
            <a:spLocks noGrp="1"/>
          </p:cNvSpPr>
          <p:nvPr>
            <p:ph type="ftr" sz="quarter" idx="11"/>
          </p:nvPr>
        </p:nvSpPr>
        <p:spPr/>
        <p:txBody>
          <a:bodyPr/>
          <a:lstStyle/>
          <a:p>
            <a:r>
              <a:rPr lang="de-DE"/>
              <a:t>Software Engineering</a:t>
            </a:r>
          </a:p>
        </p:txBody>
      </p:sp>
      <p:sp>
        <p:nvSpPr>
          <p:cNvPr id="5" name="Foliennummernplatzhalter 4"/>
          <p:cNvSpPr>
            <a:spLocks noGrp="1"/>
          </p:cNvSpPr>
          <p:nvPr>
            <p:ph type="sldNum" sz="quarter" idx="12"/>
          </p:nvPr>
        </p:nvSpPr>
        <p:spPr/>
        <p:txBody>
          <a:bodyPr/>
          <a:lstStyle/>
          <a:p>
            <a:fld id="{F5A77263-DD59-416C-A906-BA1A9DD16C04}" type="slidenum">
              <a:rPr lang="de-DE" smtClean="0"/>
              <a:pPr/>
              <a:t>‹Nr.›</a:t>
            </a:fld>
            <a:endParaRPr lang="de-DE"/>
          </a:p>
        </p:txBody>
      </p:sp>
      <p:sp>
        <p:nvSpPr>
          <p:cNvPr id="7" name="Textplatzhalter 6"/>
          <p:cNvSpPr>
            <a:spLocks noGrp="1"/>
          </p:cNvSpPr>
          <p:nvPr>
            <p:ph type="body" sz="quarter" idx="13" hasCustomPrompt="1"/>
          </p:nvPr>
        </p:nvSpPr>
        <p:spPr>
          <a:xfrm>
            <a:off x="5028621" y="3259048"/>
            <a:ext cx="5812820" cy="1800000"/>
          </a:xfrm>
        </p:spPr>
        <p:txBody>
          <a:bodyPr/>
          <a:lstStyle>
            <a:lvl1pPr marL="0" indent="0">
              <a:lnSpc>
                <a:spcPts val="1600"/>
              </a:lnSpc>
              <a:spcBef>
                <a:spcPts val="0"/>
              </a:spcBef>
              <a:buNone/>
              <a:defRPr sz="1200" b="0" cap="none">
                <a:latin typeface="+mn-lt"/>
              </a:defRPr>
            </a:lvl1pPr>
            <a:lvl2pPr marL="0" indent="0">
              <a:lnSpc>
                <a:spcPts val="1600"/>
              </a:lnSpc>
              <a:buFont typeface="Arial" panose="020B0604020202020204" pitchFamily="34" charset="0"/>
              <a:buNone/>
              <a:defRPr sz="1200" b="0" cap="none">
                <a:solidFill>
                  <a:schemeClr val="accent2"/>
                </a:solidFill>
                <a:latin typeface="+mn-lt"/>
              </a:defRPr>
            </a:lvl2pPr>
            <a:lvl3pPr marL="0" indent="0">
              <a:lnSpc>
                <a:spcPts val="1600"/>
              </a:lnSpc>
              <a:buFont typeface="Arial" panose="020B0604020202020204" pitchFamily="34" charset="0"/>
              <a:buNone/>
              <a:defRPr sz="1200" b="1" cap="none">
                <a:latin typeface="+mn-lt"/>
              </a:defRPr>
            </a:lvl3pPr>
            <a:lvl4pPr marL="0" indent="0">
              <a:lnSpc>
                <a:spcPts val="1600"/>
              </a:lnSpc>
              <a:buFont typeface="Arial" panose="020B0604020202020204" pitchFamily="34" charset="0"/>
              <a:buNone/>
              <a:defRPr sz="1200" b="0" cap="none">
                <a:latin typeface="+mn-lt"/>
              </a:defRPr>
            </a:lvl4pPr>
            <a:lvl5pPr marL="0" indent="0">
              <a:lnSpc>
                <a:spcPts val="1600"/>
              </a:lnSpc>
              <a:buNone/>
              <a:defRPr sz="1200" b="0" cap="none">
                <a:latin typeface="+mn-lt"/>
              </a:defRPr>
            </a:lvl5pPr>
            <a:lvl6pPr marL="0" indent="0">
              <a:lnSpc>
                <a:spcPts val="1600"/>
              </a:lnSpc>
              <a:buFont typeface="Arial" panose="020B0604020202020204" pitchFamily="34" charset="0"/>
              <a:buNone/>
              <a:defRPr sz="1200" b="0" cap="none">
                <a:latin typeface="+mn-lt"/>
              </a:defRPr>
            </a:lvl6pPr>
            <a:lvl7pPr marL="0" indent="0">
              <a:lnSpc>
                <a:spcPts val="1600"/>
              </a:lnSpc>
              <a:buFont typeface="Arial" panose="020B0604020202020204" pitchFamily="34" charset="0"/>
              <a:buNone/>
              <a:defRPr sz="1200" b="0" cap="none">
                <a:latin typeface="+mn-lt"/>
              </a:defRPr>
            </a:lvl7pPr>
            <a:lvl8pPr marL="0" indent="0">
              <a:lnSpc>
                <a:spcPts val="1600"/>
              </a:lnSpc>
              <a:buFont typeface="Arial" panose="020B0604020202020204" pitchFamily="34" charset="0"/>
              <a:buNone/>
              <a:defRPr sz="1200" b="0" cap="none">
                <a:latin typeface="+mn-lt"/>
              </a:defRPr>
            </a:lvl8pPr>
            <a:lvl9pPr marL="0" indent="0">
              <a:lnSpc>
                <a:spcPts val="1600"/>
              </a:lnSpc>
              <a:buFont typeface="Arial" panose="020B0604020202020204" pitchFamily="34" charset="0"/>
              <a:buNone/>
              <a:defRPr sz="1200" b="0" cap="none">
                <a:latin typeface="+mn-lt"/>
              </a:defRPr>
            </a:lvl9pPr>
          </a:lstStyle>
          <a:p>
            <a:pPr lvl="0"/>
            <a:r>
              <a:rPr lang="de-DE"/>
              <a:t>Funktion und Firma einfügen // für Dozent seit und DHBW Standort: Start // Absatz // Listenebene erhöhen/verringern</a:t>
            </a:r>
          </a:p>
          <a:p>
            <a:pPr lvl="1"/>
            <a:r>
              <a:rPr lang="de-DE"/>
              <a:t>Zweite Ebene</a:t>
            </a:r>
          </a:p>
          <a:p>
            <a:pPr lvl="2"/>
            <a:r>
              <a:rPr lang="de-DE"/>
              <a:t>Dritte Ebene</a:t>
            </a:r>
          </a:p>
          <a:p>
            <a:pPr lvl="3"/>
            <a:r>
              <a:rPr lang="de-DE"/>
              <a:t>Vierte Ebene</a:t>
            </a:r>
          </a:p>
          <a:p>
            <a:pPr lvl="4"/>
            <a:r>
              <a:rPr lang="de-DE"/>
              <a:t>Fünfte Ebene</a:t>
            </a:r>
          </a:p>
          <a:p>
            <a:pPr lvl="5"/>
            <a:r>
              <a:rPr lang="de-DE"/>
              <a:t>Sechste Ebene</a:t>
            </a:r>
          </a:p>
          <a:p>
            <a:pPr lvl="6"/>
            <a:r>
              <a:rPr lang="de-DE"/>
              <a:t>Siebte Ebene</a:t>
            </a:r>
          </a:p>
        </p:txBody>
      </p:sp>
      <p:sp>
        <p:nvSpPr>
          <p:cNvPr id="11" name="Bildplatzhalter 10"/>
          <p:cNvSpPr>
            <a:spLocks noGrp="1"/>
          </p:cNvSpPr>
          <p:nvPr>
            <p:ph type="pic" sz="quarter" idx="15" hasCustomPrompt="1"/>
          </p:nvPr>
        </p:nvSpPr>
        <p:spPr>
          <a:xfrm>
            <a:off x="753186" y="2232000"/>
            <a:ext cx="3544402" cy="3060000"/>
          </a:xfrm>
        </p:spPr>
        <p:txBody>
          <a:bodyPr/>
          <a:lstStyle>
            <a:lvl1pPr marL="0" indent="0" algn="ctr">
              <a:lnSpc>
                <a:spcPct val="100000"/>
              </a:lnSpc>
              <a:buNone/>
              <a:defRPr sz="1200"/>
            </a:lvl1pPr>
          </a:lstStyle>
          <a:p>
            <a:br>
              <a:rPr lang="de-DE"/>
            </a:br>
            <a:br>
              <a:rPr lang="de-DE"/>
            </a:br>
            <a:br>
              <a:rPr lang="de-DE"/>
            </a:br>
            <a:br>
              <a:rPr lang="de-DE"/>
            </a:br>
            <a:br>
              <a:rPr lang="de-DE"/>
            </a:br>
            <a:r>
              <a:rPr lang="de-DE"/>
              <a:t>Bild einfügen</a:t>
            </a:r>
          </a:p>
        </p:txBody>
      </p:sp>
      <p:sp>
        <p:nvSpPr>
          <p:cNvPr id="13" name="Textplatzhalter 6"/>
          <p:cNvSpPr>
            <a:spLocks noGrp="1"/>
          </p:cNvSpPr>
          <p:nvPr>
            <p:ph type="body" sz="quarter" idx="16" hasCustomPrompt="1"/>
          </p:nvPr>
        </p:nvSpPr>
        <p:spPr>
          <a:xfrm>
            <a:off x="5028621" y="2591889"/>
            <a:ext cx="5812820" cy="324000"/>
          </a:xfrm>
        </p:spPr>
        <p:txBody>
          <a:bodyPr anchor="b" anchorCtr="0"/>
          <a:lstStyle>
            <a:lvl1pPr marL="0" indent="0">
              <a:lnSpc>
                <a:spcPct val="100000"/>
              </a:lnSpc>
              <a:spcBef>
                <a:spcPts val="0"/>
              </a:spcBef>
              <a:buNone/>
              <a:defRPr sz="1600" b="1">
                <a:solidFill>
                  <a:schemeClr val="tx1"/>
                </a:solidFill>
                <a:latin typeface="+mj-lt"/>
              </a:defRPr>
            </a:lvl1pPr>
            <a:lvl2pPr marL="0" indent="0">
              <a:lnSpc>
                <a:spcPct val="100000"/>
              </a:lnSpc>
              <a:buFont typeface="Arial" panose="020B0604020202020204" pitchFamily="34" charset="0"/>
              <a:buNone/>
              <a:defRPr sz="1600" b="1">
                <a:solidFill>
                  <a:schemeClr val="tx1"/>
                </a:solidFill>
                <a:latin typeface="+mj-lt"/>
              </a:defRPr>
            </a:lvl2pPr>
            <a:lvl3pPr marL="0" indent="0">
              <a:lnSpc>
                <a:spcPct val="100000"/>
              </a:lnSpc>
              <a:buFont typeface="Arial" panose="020B0604020202020204" pitchFamily="34" charset="0"/>
              <a:buNone/>
              <a:defRPr sz="1600" b="1">
                <a:solidFill>
                  <a:schemeClr val="tx1"/>
                </a:solidFill>
                <a:latin typeface="+mj-lt"/>
              </a:defRPr>
            </a:lvl3pPr>
            <a:lvl4pPr marL="0" indent="0">
              <a:lnSpc>
                <a:spcPct val="100000"/>
              </a:lnSpc>
              <a:buFont typeface="Arial" panose="020B0604020202020204" pitchFamily="34" charset="0"/>
              <a:buNone/>
              <a:defRPr sz="1600" b="1">
                <a:solidFill>
                  <a:schemeClr val="tx1"/>
                </a:solidFill>
                <a:latin typeface="+mj-lt"/>
              </a:defRPr>
            </a:lvl4pPr>
            <a:lvl5pPr marL="0" indent="0">
              <a:lnSpc>
                <a:spcPct val="100000"/>
              </a:lnSpc>
              <a:buNone/>
              <a:defRPr sz="1600" b="1">
                <a:solidFill>
                  <a:schemeClr val="tx1"/>
                </a:solidFill>
                <a:latin typeface="+mj-lt"/>
              </a:defRPr>
            </a:lvl5pPr>
            <a:lvl6pPr marL="0" indent="0">
              <a:lnSpc>
                <a:spcPct val="100000"/>
              </a:lnSpc>
              <a:buFont typeface="Arial" panose="020B0604020202020204" pitchFamily="34" charset="0"/>
              <a:buNone/>
              <a:defRPr sz="1600" b="1">
                <a:solidFill>
                  <a:schemeClr val="tx1"/>
                </a:solidFill>
                <a:latin typeface="+mj-lt"/>
              </a:defRPr>
            </a:lvl6pPr>
            <a:lvl7pPr marL="0" indent="0">
              <a:lnSpc>
                <a:spcPct val="100000"/>
              </a:lnSpc>
              <a:buFont typeface="Arial" panose="020B0604020202020204" pitchFamily="34" charset="0"/>
              <a:buNone/>
              <a:defRPr sz="1600" b="1">
                <a:solidFill>
                  <a:schemeClr val="tx1"/>
                </a:solidFill>
                <a:latin typeface="+mj-lt"/>
              </a:defRPr>
            </a:lvl7pPr>
            <a:lvl8pPr marL="0" indent="0">
              <a:lnSpc>
                <a:spcPct val="100000"/>
              </a:lnSpc>
              <a:buFont typeface="Arial" panose="020B0604020202020204" pitchFamily="34" charset="0"/>
              <a:buNone/>
              <a:defRPr sz="1600" b="1">
                <a:solidFill>
                  <a:schemeClr val="tx1"/>
                </a:solidFill>
                <a:latin typeface="+mj-lt"/>
              </a:defRPr>
            </a:lvl8pPr>
            <a:lvl9pPr marL="0" indent="0">
              <a:lnSpc>
                <a:spcPct val="100000"/>
              </a:lnSpc>
              <a:buFont typeface="Arial" panose="020B0604020202020204" pitchFamily="34" charset="0"/>
              <a:buNone/>
              <a:defRPr sz="1600" b="1">
                <a:solidFill>
                  <a:schemeClr val="tx1"/>
                </a:solidFill>
                <a:latin typeface="+mj-lt"/>
              </a:defRPr>
            </a:lvl9pPr>
          </a:lstStyle>
          <a:p>
            <a:pPr lvl="0"/>
            <a:r>
              <a:rPr lang="de-DE"/>
              <a:t>Titel Vorname Nachname</a:t>
            </a:r>
          </a:p>
        </p:txBody>
      </p:sp>
      <p:cxnSp>
        <p:nvCxnSpPr>
          <p:cNvPr id="14" name="Gerade Verbindung 13"/>
          <p:cNvCxnSpPr/>
          <p:nvPr userDrawn="1"/>
        </p:nvCxnSpPr>
        <p:spPr>
          <a:xfrm>
            <a:off x="5028621" y="3060000"/>
            <a:ext cx="753186" cy="0"/>
          </a:xfrm>
          <a:prstGeom prst="line">
            <a:avLst/>
          </a:prstGeom>
          <a:ln w="25400">
            <a:solidFill>
              <a:schemeClr val="accent2"/>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194563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udierende und Alumni">
    <p:spTree>
      <p:nvGrpSpPr>
        <p:cNvPr id="1" name=""/>
        <p:cNvGrpSpPr/>
        <p:nvPr/>
      </p:nvGrpSpPr>
      <p:grpSpPr>
        <a:xfrm>
          <a:off x="0" y="0"/>
          <a:ext cx="0" cy="0"/>
          <a:chOff x="0" y="0"/>
          <a:chExt cx="0" cy="0"/>
        </a:xfrm>
      </p:grpSpPr>
      <p:sp>
        <p:nvSpPr>
          <p:cNvPr id="24" name="Bildplatzhalter 10"/>
          <p:cNvSpPr>
            <a:spLocks noGrp="1"/>
          </p:cNvSpPr>
          <p:nvPr>
            <p:ph type="pic" sz="quarter" idx="15" hasCustomPrompt="1"/>
          </p:nvPr>
        </p:nvSpPr>
        <p:spPr>
          <a:xfrm>
            <a:off x="2215251" y="3060000"/>
            <a:ext cx="4208978" cy="3169350"/>
          </a:xfrm>
        </p:spPr>
        <p:txBody>
          <a:bodyPr lIns="1944000" rIns="72000"/>
          <a:lstStyle>
            <a:lvl1pPr marL="0" indent="0" algn="ctr">
              <a:lnSpc>
                <a:spcPct val="100000"/>
              </a:lnSpc>
              <a:spcBef>
                <a:spcPts val="0"/>
              </a:spcBef>
              <a:buNone/>
              <a:defRPr sz="1200"/>
            </a:lvl1pPr>
          </a:lstStyle>
          <a:p>
            <a:br>
              <a:rPr lang="de-DE"/>
            </a:br>
            <a:br>
              <a:rPr lang="de-DE"/>
            </a:br>
            <a:br>
              <a:rPr lang="de-DE"/>
            </a:br>
            <a:br>
              <a:rPr lang="de-DE"/>
            </a:br>
            <a:br>
              <a:rPr lang="de-DE"/>
            </a:br>
            <a:br>
              <a:rPr lang="de-DE"/>
            </a:br>
            <a:r>
              <a:rPr lang="de-DE"/>
              <a:t>Bild einfügen und ggf. anpassen in Größe, Passform und Position innerhalb des Rahmens</a:t>
            </a:r>
          </a:p>
        </p:txBody>
      </p:sp>
      <p:sp>
        <p:nvSpPr>
          <p:cNvPr id="25" name="Bildplatzhalter 10"/>
          <p:cNvSpPr>
            <a:spLocks noGrp="1"/>
          </p:cNvSpPr>
          <p:nvPr>
            <p:ph type="pic" sz="quarter" idx="24" hasCustomPrompt="1"/>
          </p:nvPr>
        </p:nvSpPr>
        <p:spPr>
          <a:xfrm>
            <a:off x="7531856" y="3060000"/>
            <a:ext cx="3909181" cy="3169350"/>
          </a:xfrm>
        </p:spPr>
        <p:txBody>
          <a:bodyPr lIns="1800000" rIns="72000"/>
          <a:lstStyle>
            <a:lvl1pPr marL="0" indent="0" algn="ctr">
              <a:lnSpc>
                <a:spcPct val="100000"/>
              </a:lnSpc>
              <a:spcBef>
                <a:spcPts val="0"/>
              </a:spcBef>
              <a:buNone/>
              <a:defRPr sz="1200"/>
            </a:lvl1pPr>
          </a:lstStyle>
          <a:p>
            <a:br>
              <a:rPr lang="de-DE"/>
            </a:br>
            <a:br>
              <a:rPr lang="de-DE"/>
            </a:br>
            <a:br>
              <a:rPr lang="de-DE"/>
            </a:br>
            <a:br>
              <a:rPr lang="de-DE"/>
            </a:br>
            <a:br>
              <a:rPr lang="de-DE"/>
            </a:br>
            <a:br>
              <a:rPr lang="de-DE"/>
            </a:br>
            <a:r>
              <a:rPr lang="de-DE"/>
              <a:t>Bild einfügen und ggf. anpassen in Größe, Passform und Position innerhalb des Rahmens</a:t>
            </a:r>
          </a:p>
        </p:txBody>
      </p:sp>
      <p:sp>
        <p:nvSpPr>
          <p:cNvPr id="29" name="Textplatzhalter 7"/>
          <p:cNvSpPr>
            <a:spLocks noGrp="1"/>
          </p:cNvSpPr>
          <p:nvPr>
            <p:ph type="body" sz="quarter" idx="25" hasCustomPrompt="1"/>
          </p:nvPr>
        </p:nvSpPr>
        <p:spPr>
          <a:xfrm>
            <a:off x="1373456" y="4824000"/>
            <a:ext cx="753186" cy="0"/>
          </a:xfrm>
          <a:solidFill>
            <a:schemeClr val="accent2"/>
          </a:solidFill>
          <a:ln w="25400">
            <a:solidFill>
              <a:schemeClr val="accent2"/>
            </a:solidFill>
            <a:miter lim="800000"/>
          </a:ln>
        </p:spPr>
        <p:txBody>
          <a:bodyPr anchor="ctr" anchorCtr="0"/>
          <a:lstStyle>
            <a:lvl1pPr marL="0" indent="0" algn="ctr">
              <a:lnSpc>
                <a:spcPct val="100000"/>
              </a:lnSpc>
              <a:buNone/>
              <a:defRPr sz="100" b="1" cap="none" baseline="0">
                <a:solidFill>
                  <a:schemeClr val="accent2"/>
                </a:solidFill>
                <a:latin typeface="+mn-lt"/>
              </a:defRPr>
            </a:lvl1pPr>
            <a:lvl2pPr marL="0" indent="0" algn="ctr">
              <a:lnSpc>
                <a:spcPct val="100000"/>
              </a:lnSpc>
              <a:buFont typeface="Arial" panose="020B0604020202020204" pitchFamily="34" charset="0"/>
              <a:buNone/>
              <a:defRPr sz="100" b="1" cap="none">
                <a:solidFill>
                  <a:schemeClr val="accent2"/>
                </a:solidFill>
                <a:latin typeface="+mn-lt"/>
              </a:defRPr>
            </a:lvl2pPr>
            <a:lvl3pPr marL="0" indent="0" algn="ctr">
              <a:lnSpc>
                <a:spcPct val="100000"/>
              </a:lnSpc>
              <a:buFont typeface="Arial" panose="020B0604020202020204" pitchFamily="34" charset="0"/>
              <a:buNone/>
              <a:defRPr sz="100" b="1" cap="none">
                <a:solidFill>
                  <a:schemeClr val="accent2"/>
                </a:solidFill>
                <a:latin typeface="+mn-lt"/>
              </a:defRPr>
            </a:lvl3pPr>
            <a:lvl4pPr marL="0" indent="0" algn="ctr">
              <a:lnSpc>
                <a:spcPct val="100000"/>
              </a:lnSpc>
              <a:buFont typeface="Arial" panose="020B0604020202020204" pitchFamily="34" charset="0"/>
              <a:buNone/>
              <a:defRPr sz="100" b="1" cap="none">
                <a:solidFill>
                  <a:schemeClr val="accent2"/>
                </a:solidFill>
                <a:latin typeface="+mn-lt"/>
              </a:defRPr>
            </a:lvl4pPr>
            <a:lvl5pPr marL="0" indent="0" algn="ctr">
              <a:lnSpc>
                <a:spcPct val="100000"/>
              </a:lnSpc>
              <a:buFont typeface="Arial" panose="020B0604020202020204" pitchFamily="34" charset="0"/>
              <a:buNone/>
              <a:defRPr sz="100" b="1" cap="none">
                <a:solidFill>
                  <a:schemeClr val="accent2"/>
                </a:solidFill>
                <a:latin typeface="+mn-lt"/>
              </a:defRPr>
            </a:lvl5pPr>
            <a:lvl6pPr marL="0" indent="0" algn="ctr">
              <a:lnSpc>
                <a:spcPct val="100000"/>
              </a:lnSpc>
              <a:buFont typeface="Arial" panose="020B0604020202020204" pitchFamily="34" charset="0"/>
              <a:buNone/>
              <a:defRPr sz="100" b="1" cap="none">
                <a:solidFill>
                  <a:schemeClr val="accent2"/>
                </a:solidFill>
                <a:latin typeface="+mn-lt"/>
              </a:defRPr>
            </a:lvl6pPr>
            <a:lvl7pPr marL="0" indent="0" algn="ctr">
              <a:lnSpc>
                <a:spcPct val="100000"/>
              </a:lnSpc>
              <a:buFont typeface="Arial" panose="020B0604020202020204" pitchFamily="34" charset="0"/>
              <a:buNone/>
              <a:defRPr sz="100" b="1" cap="none">
                <a:solidFill>
                  <a:schemeClr val="accent2"/>
                </a:solidFill>
                <a:latin typeface="+mn-lt"/>
              </a:defRPr>
            </a:lvl7pPr>
            <a:lvl8pPr marL="0" indent="0" algn="ctr">
              <a:lnSpc>
                <a:spcPct val="100000"/>
              </a:lnSpc>
              <a:buFont typeface="Arial" panose="020B0604020202020204" pitchFamily="34" charset="0"/>
              <a:buNone/>
              <a:defRPr sz="100" b="1" cap="none">
                <a:solidFill>
                  <a:schemeClr val="accent2"/>
                </a:solidFill>
                <a:latin typeface="+mn-lt"/>
              </a:defRPr>
            </a:lvl8pPr>
            <a:lvl9pPr marL="0" indent="0" algn="ctr">
              <a:lnSpc>
                <a:spcPct val="100000"/>
              </a:lnSpc>
              <a:buFont typeface="Arial" panose="020B0604020202020204" pitchFamily="34" charset="0"/>
              <a:buNone/>
              <a:defRPr sz="100" b="1" cap="none">
                <a:solidFill>
                  <a:schemeClr val="accent2"/>
                </a:solidFill>
                <a:latin typeface="+mn-lt"/>
              </a:defRPr>
            </a:lvl9pPr>
          </a:lstStyle>
          <a:p>
            <a:pPr lvl="0"/>
            <a:r>
              <a:rPr lang="de-DE"/>
              <a:t>                                                                      </a:t>
            </a:r>
          </a:p>
        </p:txBody>
      </p:sp>
      <p:sp>
        <p:nvSpPr>
          <p:cNvPr id="30" name="Textplatzhalter 7"/>
          <p:cNvSpPr>
            <a:spLocks noGrp="1"/>
          </p:cNvSpPr>
          <p:nvPr>
            <p:ph type="body" sz="quarter" idx="26" hasCustomPrompt="1"/>
          </p:nvPr>
        </p:nvSpPr>
        <p:spPr>
          <a:xfrm>
            <a:off x="7044500" y="4824000"/>
            <a:ext cx="753186" cy="0"/>
          </a:xfrm>
          <a:solidFill>
            <a:schemeClr val="accent2"/>
          </a:solidFill>
          <a:ln w="25400">
            <a:solidFill>
              <a:schemeClr val="accent2"/>
            </a:solidFill>
            <a:miter lim="800000"/>
          </a:ln>
        </p:spPr>
        <p:txBody>
          <a:bodyPr anchor="ctr" anchorCtr="0"/>
          <a:lstStyle>
            <a:lvl1pPr marL="0" indent="0" algn="ctr">
              <a:lnSpc>
                <a:spcPct val="100000"/>
              </a:lnSpc>
              <a:buNone/>
              <a:defRPr sz="100" b="1" cap="none" baseline="0">
                <a:solidFill>
                  <a:schemeClr val="accent2"/>
                </a:solidFill>
                <a:latin typeface="+mn-lt"/>
              </a:defRPr>
            </a:lvl1pPr>
            <a:lvl2pPr marL="0" indent="0" algn="ctr">
              <a:lnSpc>
                <a:spcPct val="100000"/>
              </a:lnSpc>
              <a:buFont typeface="Arial" panose="020B0604020202020204" pitchFamily="34" charset="0"/>
              <a:buNone/>
              <a:defRPr sz="100" b="1" cap="none">
                <a:solidFill>
                  <a:schemeClr val="accent2"/>
                </a:solidFill>
                <a:latin typeface="+mn-lt"/>
              </a:defRPr>
            </a:lvl2pPr>
            <a:lvl3pPr marL="0" indent="0" algn="ctr">
              <a:lnSpc>
                <a:spcPct val="100000"/>
              </a:lnSpc>
              <a:buFont typeface="Arial" panose="020B0604020202020204" pitchFamily="34" charset="0"/>
              <a:buNone/>
              <a:defRPr sz="100" b="1" cap="none">
                <a:solidFill>
                  <a:schemeClr val="accent2"/>
                </a:solidFill>
                <a:latin typeface="+mn-lt"/>
              </a:defRPr>
            </a:lvl3pPr>
            <a:lvl4pPr marL="0" indent="0" algn="ctr">
              <a:lnSpc>
                <a:spcPct val="100000"/>
              </a:lnSpc>
              <a:buFont typeface="Arial" panose="020B0604020202020204" pitchFamily="34" charset="0"/>
              <a:buNone/>
              <a:defRPr sz="100" b="1" cap="none">
                <a:solidFill>
                  <a:schemeClr val="accent2"/>
                </a:solidFill>
                <a:latin typeface="+mn-lt"/>
              </a:defRPr>
            </a:lvl4pPr>
            <a:lvl5pPr marL="0" indent="0" algn="ctr">
              <a:lnSpc>
                <a:spcPct val="100000"/>
              </a:lnSpc>
              <a:buFont typeface="Arial" panose="020B0604020202020204" pitchFamily="34" charset="0"/>
              <a:buNone/>
              <a:defRPr sz="100" b="1" cap="none">
                <a:solidFill>
                  <a:schemeClr val="accent2"/>
                </a:solidFill>
                <a:latin typeface="+mn-lt"/>
              </a:defRPr>
            </a:lvl5pPr>
            <a:lvl6pPr marL="0" indent="0" algn="ctr">
              <a:lnSpc>
                <a:spcPct val="100000"/>
              </a:lnSpc>
              <a:buFont typeface="Arial" panose="020B0604020202020204" pitchFamily="34" charset="0"/>
              <a:buNone/>
              <a:defRPr sz="100" b="1" cap="none">
                <a:solidFill>
                  <a:schemeClr val="accent2"/>
                </a:solidFill>
                <a:latin typeface="+mn-lt"/>
              </a:defRPr>
            </a:lvl6pPr>
            <a:lvl7pPr marL="0" indent="0" algn="ctr">
              <a:lnSpc>
                <a:spcPct val="100000"/>
              </a:lnSpc>
              <a:buFont typeface="Arial" panose="020B0604020202020204" pitchFamily="34" charset="0"/>
              <a:buNone/>
              <a:defRPr sz="100" b="1" cap="none">
                <a:solidFill>
                  <a:schemeClr val="accent2"/>
                </a:solidFill>
                <a:latin typeface="+mn-lt"/>
              </a:defRPr>
            </a:lvl7pPr>
            <a:lvl8pPr marL="0" indent="0" algn="ctr">
              <a:lnSpc>
                <a:spcPct val="100000"/>
              </a:lnSpc>
              <a:buFont typeface="Arial" panose="020B0604020202020204" pitchFamily="34" charset="0"/>
              <a:buNone/>
              <a:defRPr sz="100" b="1" cap="none">
                <a:solidFill>
                  <a:schemeClr val="accent2"/>
                </a:solidFill>
                <a:latin typeface="+mn-lt"/>
              </a:defRPr>
            </a:lvl8pPr>
            <a:lvl9pPr marL="0" indent="0" algn="ctr">
              <a:lnSpc>
                <a:spcPct val="100000"/>
              </a:lnSpc>
              <a:buFont typeface="Arial" panose="020B0604020202020204" pitchFamily="34" charset="0"/>
              <a:buNone/>
              <a:defRPr sz="100" b="1" cap="none">
                <a:solidFill>
                  <a:schemeClr val="accent2"/>
                </a:solidFill>
                <a:latin typeface="+mn-lt"/>
              </a:defRPr>
            </a:lvl9pPr>
          </a:lstStyle>
          <a:p>
            <a:pPr lvl="0"/>
            <a:r>
              <a:rPr lang="de-DE"/>
              <a:t>                                                                      </a:t>
            </a:r>
          </a:p>
        </p:txBody>
      </p:sp>
      <p:sp>
        <p:nvSpPr>
          <p:cNvPr id="10" name="Textplatzhalter 9"/>
          <p:cNvSpPr>
            <a:spLocks noGrp="1"/>
          </p:cNvSpPr>
          <p:nvPr>
            <p:ph type="body" sz="quarter" idx="13" hasCustomPrompt="1"/>
          </p:nvPr>
        </p:nvSpPr>
        <p:spPr>
          <a:xfrm>
            <a:off x="753185" y="3060000"/>
            <a:ext cx="2658302" cy="1792800"/>
          </a:xfrm>
          <a:blipFill>
            <a:blip r:embed="rId2"/>
            <a:stretch>
              <a:fillRect/>
            </a:stretch>
          </a:blipFill>
        </p:spPr>
        <p:txBody>
          <a:bodyPr lIns="216000" tIns="216000" rIns="144000" bIns="0"/>
          <a:lstStyle>
            <a:lvl1pPr marL="0" indent="0">
              <a:lnSpc>
                <a:spcPts val="1400"/>
              </a:lnSpc>
              <a:spcBef>
                <a:spcPts val="0"/>
              </a:spcBef>
              <a:buNone/>
              <a:defRPr sz="1100" b="1" cap="none">
                <a:solidFill>
                  <a:schemeClr val="bg1"/>
                </a:solidFill>
                <a:latin typeface="+mj-lt"/>
              </a:defRPr>
            </a:lvl1pPr>
            <a:lvl2pPr marL="0" indent="0">
              <a:lnSpc>
                <a:spcPts val="1400"/>
              </a:lnSpc>
              <a:buFont typeface="Arial" panose="020B0604020202020204" pitchFamily="34" charset="0"/>
              <a:buNone/>
              <a:defRPr sz="1100" b="1" cap="none">
                <a:solidFill>
                  <a:schemeClr val="bg1"/>
                </a:solidFill>
                <a:latin typeface="+mj-lt"/>
              </a:defRPr>
            </a:lvl2pPr>
            <a:lvl3pPr marL="0" indent="0">
              <a:lnSpc>
                <a:spcPts val="1400"/>
              </a:lnSpc>
              <a:buFont typeface="Arial" panose="020B0604020202020204" pitchFamily="34" charset="0"/>
              <a:buNone/>
              <a:defRPr sz="1100" b="1" cap="none">
                <a:solidFill>
                  <a:schemeClr val="bg1"/>
                </a:solidFill>
                <a:latin typeface="+mj-lt"/>
              </a:defRPr>
            </a:lvl3pPr>
            <a:lvl4pPr marL="0" indent="0">
              <a:lnSpc>
                <a:spcPts val="1400"/>
              </a:lnSpc>
              <a:buFont typeface="Arial" panose="020B0604020202020204" pitchFamily="34" charset="0"/>
              <a:buNone/>
              <a:defRPr sz="1100" b="1" cap="none">
                <a:solidFill>
                  <a:schemeClr val="bg1"/>
                </a:solidFill>
                <a:latin typeface="+mj-lt"/>
              </a:defRPr>
            </a:lvl4pPr>
            <a:lvl5pPr marL="0" indent="0">
              <a:lnSpc>
                <a:spcPts val="1400"/>
              </a:lnSpc>
              <a:buFont typeface="Arial" panose="020B0604020202020204" pitchFamily="34" charset="0"/>
              <a:buNone/>
              <a:defRPr sz="1100" b="1" cap="none">
                <a:solidFill>
                  <a:schemeClr val="bg1"/>
                </a:solidFill>
                <a:latin typeface="+mj-lt"/>
              </a:defRPr>
            </a:lvl5pPr>
            <a:lvl6pPr marL="0" indent="0">
              <a:lnSpc>
                <a:spcPts val="1400"/>
              </a:lnSpc>
              <a:buFont typeface="Arial" panose="020B0604020202020204" pitchFamily="34" charset="0"/>
              <a:buNone/>
              <a:defRPr sz="1100" b="1" cap="none">
                <a:solidFill>
                  <a:schemeClr val="bg1"/>
                </a:solidFill>
                <a:latin typeface="+mj-lt"/>
              </a:defRPr>
            </a:lvl6pPr>
            <a:lvl7pPr marL="0" indent="0">
              <a:lnSpc>
                <a:spcPts val="1400"/>
              </a:lnSpc>
              <a:buFont typeface="Arial" panose="020B0604020202020204" pitchFamily="34" charset="0"/>
              <a:buNone/>
              <a:defRPr sz="1100" b="1" cap="none">
                <a:solidFill>
                  <a:schemeClr val="bg1"/>
                </a:solidFill>
                <a:latin typeface="+mj-lt"/>
              </a:defRPr>
            </a:lvl7pPr>
            <a:lvl8pPr marL="0" indent="0">
              <a:lnSpc>
                <a:spcPts val="1400"/>
              </a:lnSpc>
              <a:buFont typeface="Arial" panose="020B0604020202020204" pitchFamily="34" charset="0"/>
              <a:buNone/>
              <a:defRPr sz="1100" b="1" cap="none">
                <a:solidFill>
                  <a:schemeClr val="bg1"/>
                </a:solidFill>
                <a:latin typeface="+mj-lt"/>
              </a:defRPr>
            </a:lvl8pPr>
            <a:lvl9pPr marL="0" indent="0">
              <a:lnSpc>
                <a:spcPts val="1400"/>
              </a:lnSpc>
              <a:buFont typeface="Arial" panose="020B0604020202020204" pitchFamily="34" charset="0"/>
              <a:buNone/>
              <a:defRPr sz="1100" b="1" cap="none">
                <a:solidFill>
                  <a:schemeClr val="bg1"/>
                </a:solidFill>
                <a:latin typeface="+mj-lt"/>
              </a:defRPr>
            </a:lvl9pPr>
          </a:lstStyle>
          <a:p>
            <a:pPr lvl="0"/>
            <a:r>
              <a:rPr lang="de-DE"/>
              <a:t>»Zitat«</a:t>
            </a:r>
          </a:p>
        </p:txBody>
      </p:sp>
      <p:sp>
        <p:nvSpPr>
          <p:cNvPr id="17" name="Textplatzhalter 9"/>
          <p:cNvSpPr>
            <a:spLocks noGrp="1"/>
          </p:cNvSpPr>
          <p:nvPr>
            <p:ph type="body" sz="quarter" idx="20" hasCustomPrompt="1"/>
          </p:nvPr>
        </p:nvSpPr>
        <p:spPr>
          <a:xfrm>
            <a:off x="6424229" y="3060000"/>
            <a:ext cx="2658302" cy="1792800"/>
          </a:xfrm>
          <a:blipFill>
            <a:blip r:embed="rId2"/>
            <a:stretch>
              <a:fillRect/>
            </a:stretch>
          </a:blipFill>
        </p:spPr>
        <p:txBody>
          <a:bodyPr lIns="216000" tIns="216000" rIns="144000" bIns="0"/>
          <a:lstStyle>
            <a:lvl1pPr marL="0" indent="0">
              <a:lnSpc>
                <a:spcPts val="1400"/>
              </a:lnSpc>
              <a:spcBef>
                <a:spcPts val="0"/>
              </a:spcBef>
              <a:buNone/>
              <a:defRPr sz="1100" b="1" cap="none">
                <a:solidFill>
                  <a:schemeClr val="bg1"/>
                </a:solidFill>
                <a:latin typeface="+mj-lt"/>
              </a:defRPr>
            </a:lvl1pPr>
            <a:lvl2pPr marL="0" indent="0">
              <a:lnSpc>
                <a:spcPts val="1400"/>
              </a:lnSpc>
              <a:buFont typeface="Arial" panose="020B0604020202020204" pitchFamily="34" charset="0"/>
              <a:buNone/>
              <a:defRPr sz="1100" b="1" cap="none">
                <a:solidFill>
                  <a:schemeClr val="bg1"/>
                </a:solidFill>
                <a:latin typeface="+mj-lt"/>
              </a:defRPr>
            </a:lvl2pPr>
            <a:lvl3pPr marL="0" indent="0">
              <a:lnSpc>
                <a:spcPts val="1400"/>
              </a:lnSpc>
              <a:buFont typeface="Arial" panose="020B0604020202020204" pitchFamily="34" charset="0"/>
              <a:buNone/>
              <a:defRPr sz="1100" b="1" cap="none">
                <a:solidFill>
                  <a:schemeClr val="bg1"/>
                </a:solidFill>
                <a:latin typeface="+mj-lt"/>
              </a:defRPr>
            </a:lvl3pPr>
            <a:lvl4pPr marL="0" indent="0">
              <a:lnSpc>
                <a:spcPts val="1400"/>
              </a:lnSpc>
              <a:buFont typeface="Arial" panose="020B0604020202020204" pitchFamily="34" charset="0"/>
              <a:buNone/>
              <a:defRPr sz="1100" b="1" cap="none">
                <a:solidFill>
                  <a:schemeClr val="bg1"/>
                </a:solidFill>
                <a:latin typeface="+mj-lt"/>
              </a:defRPr>
            </a:lvl4pPr>
            <a:lvl5pPr marL="0" indent="0">
              <a:lnSpc>
                <a:spcPts val="1400"/>
              </a:lnSpc>
              <a:buFont typeface="Arial" panose="020B0604020202020204" pitchFamily="34" charset="0"/>
              <a:buNone/>
              <a:defRPr sz="1100" b="1" cap="none">
                <a:solidFill>
                  <a:schemeClr val="bg1"/>
                </a:solidFill>
                <a:latin typeface="+mj-lt"/>
              </a:defRPr>
            </a:lvl5pPr>
            <a:lvl6pPr marL="0" indent="0">
              <a:lnSpc>
                <a:spcPts val="1400"/>
              </a:lnSpc>
              <a:buFont typeface="Arial" panose="020B0604020202020204" pitchFamily="34" charset="0"/>
              <a:buNone/>
              <a:defRPr sz="1100" b="1" cap="none">
                <a:solidFill>
                  <a:schemeClr val="bg1"/>
                </a:solidFill>
                <a:latin typeface="+mj-lt"/>
              </a:defRPr>
            </a:lvl6pPr>
            <a:lvl7pPr marL="0" indent="0">
              <a:lnSpc>
                <a:spcPts val="1400"/>
              </a:lnSpc>
              <a:buFont typeface="Arial" panose="020B0604020202020204" pitchFamily="34" charset="0"/>
              <a:buNone/>
              <a:defRPr sz="1100" b="1" cap="none">
                <a:solidFill>
                  <a:schemeClr val="bg1"/>
                </a:solidFill>
                <a:latin typeface="+mj-lt"/>
              </a:defRPr>
            </a:lvl7pPr>
            <a:lvl8pPr marL="0" indent="0">
              <a:lnSpc>
                <a:spcPts val="1400"/>
              </a:lnSpc>
              <a:buFont typeface="Arial" panose="020B0604020202020204" pitchFamily="34" charset="0"/>
              <a:buNone/>
              <a:defRPr sz="1100" b="1" cap="none">
                <a:solidFill>
                  <a:schemeClr val="bg1"/>
                </a:solidFill>
                <a:latin typeface="+mj-lt"/>
              </a:defRPr>
            </a:lvl8pPr>
            <a:lvl9pPr marL="0" indent="0">
              <a:lnSpc>
                <a:spcPts val="1400"/>
              </a:lnSpc>
              <a:buFont typeface="Arial" panose="020B0604020202020204" pitchFamily="34" charset="0"/>
              <a:buNone/>
              <a:defRPr sz="1100" b="1" cap="none">
                <a:solidFill>
                  <a:schemeClr val="bg1"/>
                </a:solidFill>
                <a:latin typeface="+mj-lt"/>
              </a:defRPr>
            </a:lvl9pPr>
          </a:lstStyle>
          <a:p>
            <a:pPr lvl="0"/>
            <a:r>
              <a:rPr lang="de-DE"/>
              <a:t>»Zitat«</a:t>
            </a:r>
          </a:p>
        </p:txBody>
      </p:sp>
      <p:sp>
        <p:nvSpPr>
          <p:cNvPr id="2" name="Titel 1"/>
          <p:cNvSpPr>
            <a:spLocks noGrp="1"/>
          </p:cNvSpPr>
          <p:nvPr>
            <p:ph type="title" hasCustomPrompt="1"/>
          </p:nvPr>
        </p:nvSpPr>
        <p:spPr/>
        <p:txBody>
          <a:bodyPr/>
          <a:lstStyle/>
          <a:p>
            <a:r>
              <a:rPr lang="de-DE"/>
              <a:t>Headline</a:t>
            </a:r>
          </a:p>
        </p:txBody>
      </p:sp>
      <p:sp>
        <p:nvSpPr>
          <p:cNvPr id="3" name="Datumsplatzhalter 2"/>
          <p:cNvSpPr>
            <a:spLocks noGrp="1"/>
          </p:cNvSpPr>
          <p:nvPr>
            <p:ph type="dt" sz="half" idx="10"/>
          </p:nvPr>
        </p:nvSpPr>
        <p:spPr/>
        <p:txBody>
          <a:bodyPr/>
          <a:lstStyle/>
          <a:p>
            <a:r>
              <a:rPr lang="de-DE"/>
              <a:t>Prof. Dr.-Ing. F. Leitner-Fischer / Daniel Stimac</a:t>
            </a:r>
          </a:p>
        </p:txBody>
      </p:sp>
      <p:sp>
        <p:nvSpPr>
          <p:cNvPr id="4" name="Fußzeilenplatzhalter 3"/>
          <p:cNvSpPr>
            <a:spLocks noGrp="1"/>
          </p:cNvSpPr>
          <p:nvPr>
            <p:ph type="ftr" sz="quarter" idx="11"/>
          </p:nvPr>
        </p:nvSpPr>
        <p:spPr/>
        <p:txBody>
          <a:bodyPr/>
          <a:lstStyle/>
          <a:p>
            <a:r>
              <a:rPr lang="de-DE"/>
              <a:t>Software Engineering</a:t>
            </a:r>
          </a:p>
        </p:txBody>
      </p:sp>
      <p:sp>
        <p:nvSpPr>
          <p:cNvPr id="5" name="Foliennummernplatzhalter 4"/>
          <p:cNvSpPr>
            <a:spLocks noGrp="1"/>
          </p:cNvSpPr>
          <p:nvPr>
            <p:ph type="sldNum" sz="quarter" idx="12"/>
          </p:nvPr>
        </p:nvSpPr>
        <p:spPr/>
        <p:txBody>
          <a:bodyPr/>
          <a:lstStyle/>
          <a:p>
            <a:fld id="{F5A77263-DD59-416C-A906-BA1A9DD16C04}" type="slidenum">
              <a:rPr lang="de-DE" smtClean="0"/>
              <a:pPr/>
              <a:t>‹Nr.›</a:t>
            </a:fld>
            <a:endParaRPr lang="de-DE"/>
          </a:p>
        </p:txBody>
      </p:sp>
      <p:sp>
        <p:nvSpPr>
          <p:cNvPr id="16" name="Textplatzhalter 6"/>
          <p:cNvSpPr>
            <a:spLocks noGrp="1"/>
          </p:cNvSpPr>
          <p:nvPr>
            <p:ph type="body" sz="quarter" idx="19" hasCustomPrompt="1"/>
          </p:nvPr>
        </p:nvSpPr>
        <p:spPr>
          <a:xfrm>
            <a:off x="753184" y="2124078"/>
            <a:ext cx="10687853" cy="647925"/>
          </a:xfrm>
        </p:spPr>
        <p:txBody>
          <a:bodyPr/>
          <a:lstStyle/>
          <a:p>
            <a:pPr lvl="0"/>
            <a:r>
              <a:rPr lang="de-DE"/>
              <a:t>Aufzählungspunkt einfügen // für Fließtext und Zwischenheadline: Start // Absatz // Listenebene erhöhen/verringern</a:t>
            </a:r>
          </a:p>
        </p:txBody>
      </p:sp>
      <p:sp>
        <p:nvSpPr>
          <p:cNvPr id="18" name="Textplatzhalter 6"/>
          <p:cNvSpPr>
            <a:spLocks noGrp="1"/>
          </p:cNvSpPr>
          <p:nvPr>
            <p:ph type="body" sz="quarter" idx="21" hasCustomPrompt="1"/>
          </p:nvPr>
        </p:nvSpPr>
        <p:spPr>
          <a:xfrm>
            <a:off x="1373456" y="4968000"/>
            <a:ext cx="2215252" cy="1261350"/>
          </a:xfrm>
        </p:spPr>
        <p:txBody>
          <a:bodyPr/>
          <a:lstStyle>
            <a:lvl1pPr marL="0" indent="0">
              <a:lnSpc>
                <a:spcPts val="1300"/>
              </a:lnSpc>
              <a:spcBef>
                <a:spcPts val="0"/>
              </a:spcBef>
              <a:spcAft>
                <a:spcPts val="800"/>
              </a:spcAft>
              <a:buNone/>
              <a:defRPr sz="800" b="1" cap="none">
                <a:latin typeface="+mn-lt"/>
              </a:defRPr>
            </a:lvl1pPr>
            <a:lvl2pPr marL="0" indent="0">
              <a:lnSpc>
                <a:spcPct val="100000"/>
              </a:lnSpc>
              <a:buFont typeface="Arial" panose="020B0604020202020204" pitchFamily="34" charset="0"/>
              <a:buNone/>
              <a:defRPr sz="800" b="0" cap="none">
                <a:solidFill>
                  <a:schemeClr val="tx1"/>
                </a:solidFill>
                <a:latin typeface="+mn-lt"/>
              </a:defRPr>
            </a:lvl2pPr>
            <a:lvl3pPr marL="0" indent="0">
              <a:lnSpc>
                <a:spcPct val="100000"/>
              </a:lnSpc>
              <a:buFont typeface="Arial" panose="020B0604020202020204" pitchFamily="34" charset="0"/>
              <a:buNone/>
              <a:defRPr sz="800" b="0" cap="none">
                <a:solidFill>
                  <a:schemeClr val="tx1"/>
                </a:solidFill>
                <a:latin typeface="+mn-lt"/>
              </a:defRPr>
            </a:lvl3pPr>
            <a:lvl4pPr marL="0" indent="0">
              <a:lnSpc>
                <a:spcPct val="100000"/>
              </a:lnSpc>
              <a:buFont typeface="Arial" panose="020B0604020202020204" pitchFamily="34" charset="0"/>
              <a:buNone/>
              <a:defRPr sz="800" b="0" cap="none">
                <a:solidFill>
                  <a:schemeClr val="tx1"/>
                </a:solidFill>
                <a:latin typeface="+mn-lt"/>
              </a:defRPr>
            </a:lvl4pPr>
            <a:lvl5pPr marL="0" indent="0">
              <a:lnSpc>
                <a:spcPct val="100000"/>
              </a:lnSpc>
              <a:buNone/>
              <a:defRPr sz="800" b="0" cap="none">
                <a:solidFill>
                  <a:schemeClr val="tx1"/>
                </a:solidFill>
                <a:latin typeface="+mn-lt"/>
              </a:defRPr>
            </a:lvl5pPr>
            <a:lvl6pPr marL="0" indent="0">
              <a:lnSpc>
                <a:spcPct val="100000"/>
              </a:lnSpc>
              <a:buFont typeface="Arial" panose="020B0604020202020204" pitchFamily="34" charset="0"/>
              <a:buNone/>
              <a:defRPr sz="800" b="0" cap="none">
                <a:solidFill>
                  <a:schemeClr val="tx1"/>
                </a:solidFill>
                <a:latin typeface="+mn-lt"/>
              </a:defRPr>
            </a:lvl6pPr>
            <a:lvl7pPr marL="0" indent="0">
              <a:lnSpc>
                <a:spcPct val="100000"/>
              </a:lnSpc>
              <a:buFont typeface="Arial" panose="020B0604020202020204" pitchFamily="34" charset="0"/>
              <a:buNone/>
              <a:defRPr sz="800" b="0" cap="none">
                <a:solidFill>
                  <a:schemeClr val="tx1"/>
                </a:solidFill>
                <a:latin typeface="+mn-lt"/>
              </a:defRPr>
            </a:lvl7pPr>
            <a:lvl8pPr marL="0" indent="0">
              <a:lnSpc>
                <a:spcPct val="100000"/>
              </a:lnSpc>
              <a:buFont typeface="Arial" panose="020B0604020202020204" pitchFamily="34" charset="0"/>
              <a:buNone/>
              <a:defRPr sz="800" b="0" cap="none">
                <a:solidFill>
                  <a:schemeClr val="tx1"/>
                </a:solidFill>
                <a:latin typeface="+mn-lt"/>
              </a:defRPr>
            </a:lvl8pPr>
            <a:lvl9pPr marL="0" indent="0">
              <a:lnSpc>
                <a:spcPct val="100000"/>
              </a:lnSpc>
              <a:buFont typeface="Arial" panose="020B0604020202020204" pitchFamily="34" charset="0"/>
              <a:buNone/>
              <a:defRPr sz="800" b="0" cap="none">
                <a:solidFill>
                  <a:schemeClr val="tx1"/>
                </a:solidFill>
                <a:latin typeface="+mn-lt"/>
              </a:defRPr>
            </a:lvl9pPr>
          </a:lstStyle>
          <a:p>
            <a:pPr lvl="0"/>
            <a:r>
              <a:rPr lang="de-DE"/>
              <a:t>Titel etc. einfügen // für Funktionen: Start // Absatz // Listenebene erhöhen/verringern</a:t>
            </a:r>
          </a:p>
          <a:p>
            <a:pPr lvl="1"/>
            <a:r>
              <a:rPr lang="de-DE"/>
              <a:t>Zweite Ebene</a:t>
            </a:r>
          </a:p>
          <a:p>
            <a:pPr lvl="2"/>
            <a:r>
              <a:rPr lang="de-DE"/>
              <a:t>Dritte Ebene</a:t>
            </a:r>
          </a:p>
          <a:p>
            <a:pPr lvl="3"/>
            <a:r>
              <a:rPr lang="de-DE"/>
              <a:t>Vierte Ebene</a:t>
            </a:r>
          </a:p>
          <a:p>
            <a:pPr lvl="4"/>
            <a:r>
              <a:rPr lang="de-DE"/>
              <a:t>Fünfte Ebene</a:t>
            </a:r>
          </a:p>
          <a:p>
            <a:pPr lvl="5"/>
            <a:r>
              <a:rPr lang="de-DE"/>
              <a:t>Sechste Ebene</a:t>
            </a:r>
          </a:p>
        </p:txBody>
      </p:sp>
      <p:sp>
        <p:nvSpPr>
          <p:cNvPr id="19" name="Textplatzhalter 6"/>
          <p:cNvSpPr>
            <a:spLocks noGrp="1"/>
          </p:cNvSpPr>
          <p:nvPr>
            <p:ph type="body" sz="quarter" idx="16" hasCustomPrompt="1"/>
          </p:nvPr>
        </p:nvSpPr>
        <p:spPr>
          <a:xfrm>
            <a:off x="1373456" y="4500000"/>
            <a:ext cx="2215252" cy="216000"/>
          </a:xfrm>
        </p:spPr>
        <p:txBody>
          <a:bodyPr anchor="b" anchorCtr="0"/>
          <a:lstStyle>
            <a:lvl1pPr marL="0" indent="0">
              <a:lnSpc>
                <a:spcPct val="100000"/>
              </a:lnSpc>
              <a:spcBef>
                <a:spcPts val="0"/>
              </a:spcBef>
              <a:buNone/>
              <a:defRPr sz="1000" b="1">
                <a:solidFill>
                  <a:schemeClr val="tx1"/>
                </a:solidFill>
                <a:latin typeface="+mj-lt"/>
              </a:defRPr>
            </a:lvl1pPr>
            <a:lvl2pPr marL="0" indent="0">
              <a:lnSpc>
                <a:spcPct val="100000"/>
              </a:lnSpc>
              <a:buFont typeface="Arial" panose="020B0604020202020204" pitchFamily="34" charset="0"/>
              <a:buNone/>
              <a:defRPr sz="1000" b="1">
                <a:solidFill>
                  <a:schemeClr val="tx1"/>
                </a:solidFill>
                <a:latin typeface="+mj-lt"/>
              </a:defRPr>
            </a:lvl2pPr>
            <a:lvl3pPr marL="0" indent="0">
              <a:lnSpc>
                <a:spcPct val="100000"/>
              </a:lnSpc>
              <a:buFont typeface="Arial" panose="020B0604020202020204" pitchFamily="34" charset="0"/>
              <a:buNone/>
              <a:defRPr sz="1000" b="1">
                <a:solidFill>
                  <a:schemeClr val="tx1"/>
                </a:solidFill>
                <a:latin typeface="+mj-lt"/>
              </a:defRPr>
            </a:lvl3pPr>
            <a:lvl4pPr marL="0" indent="0">
              <a:lnSpc>
                <a:spcPct val="100000"/>
              </a:lnSpc>
              <a:buFont typeface="Arial" panose="020B0604020202020204" pitchFamily="34" charset="0"/>
              <a:buNone/>
              <a:defRPr sz="1000" b="1">
                <a:solidFill>
                  <a:schemeClr val="tx1"/>
                </a:solidFill>
                <a:latin typeface="+mj-lt"/>
              </a:defRPr>
            </a:lvl4pPr>
            <a:lvl5pPr marL="0" indent="0">
              <a:lnSpc>
                <a:spcPct val="100000"/>
              </a:lnSpc>
              <a:buNone/>
              <a:defRPr sz="1000" b="1">
                <a:solidFill>
                  <a:schemeClr val="tx1"/>
                </a:solidFill>
                <a:latin typeface="+mj-lt"/>
              </a:defRPr>
            </a:lvl5pPr>
            <a:lvl6pPr marL="0" indent="0">
              <a:lnSpc>
                <a:spcPct val="100000"/>
              </a:lnSpc>
              <a:buFont typeface="Arial" panose="020B0604020202020204" pitchFamily="34" charset="0"/>
              <a:buNone/>
              <a:defRPr sz="1000" b="1">
                <a:solidFill>
                  <a:schemeClr val="tx1"/>
                </a:solidFill>
                <a:latin typeface="+mj-lt"/>
              </a:defRPr>
            </a:lvl6pPr>
            <a:lvl7pPr marL="0" indent="0">
              <a:lnSpc>
                <a:spcPct val="100000"/>
              </a:lnSpc>
              <a:buFont typeface="Arial" panose="020B0604020202020204" pitchFamily="34" charset="0"/>
              <a:buNone/>
              <a:defRPr sz="1000" b="1">
                <a:solidFill>
                  <a:schemeClr val="tx1"/>
                </a:solidFill>
                <a:latin typeface="+mj-lt"/>
              </a:defRPr>
            </a:lvl7pPr>
            <a:lvl8pPr marL="0" indent="0">
              <a:lnSpc>
                <a:spcPct val="100000"/>
              </a:lnSpc>
              <a:buFont typeface="Arial" panose="020B0604020202020204" pitchFamily="34" charset="0"/>
              <a:buNone/>
              <a:defRPr sz="1000" b="1">
                <a:solidFill>
                  <a:schemeClr val="tx1"/>
                </a:solidFill>
                <a:latin typeface="+mj-lt"/>
              </a:defRPr>
            </a:lvl8pPr>
            <a:lvl9pPr marL="0" indent="0">
              <a:lnSpc>
                <a:spcPct val="100000"/>
              </a:lnSpc>
              <a:buFont typeface="Arial" panose="020B0604020202020204" pitchFamily="34" charset="0"/>
              <a:buNone/>
              <a:defRPr sz="1000" b="1">
                <a:solidFill>
                  <a:schemeClr val="tx1"/>
                </a:solidFill>
                <a:latin typeface="+mj-lt"/>
              </a:defRPr>
            </a:lvl9pPr>
          </a:lstStyle>
          <a:p>
            <a:pPr lvl="0"/>
            <a:r>
              <a:rPr lang="de-DE"/>
              <a:t>Vorname Nachname</a:t>
            </a:r>
          </a:p>
        </p:txBody>
      </p:sp>
      <p:sp>
        <p:nvSpPr>
          <p:cNvPr id="21" name="Textplatzhalter 6"/>
          <p:cNvSpPr>
            <a:spLocks noGrp="1"/>
          </p:cNvSpPr>
          <p:nvPr>
            <p:ph type="body" sz="quarter" idx="22" hasCustomPrompt="1"/>
          </p:nvPr>
        </p:nvSpPr>
        <p:spPr>
          <a:xfrm>
            <a:off x="7044500" y="4968000"/>
            <a:ext cx="2215252" cy="1261350"/>
          </a:xfrm>
        </p:spPr>
        <p:txBody>
          <a:bodyPr/>
          <a:lstStyle>
            <a:lvl1pPr marL="0" indent="0">
              <a:lnSpc>
                <a:spcPts val="1300"/>
              </a:lnSpc>
              <a:spcBef>
                <a:spcPts val="0"/>
              </a:spcBef>
              <a:spcAft>
                <a:spcPts val="800"/>
              </a:spcAft>
              <a:buNone/>
              <a:defRPr sz="800" b="1" cap="none">
                <a:latin typeface="+mn-lt"/>
              </a:defRPr>
            </a:lvl1pPr>
            <a:lvl2pPr marL="0" indent="0">
              <a:lnSpc>
                <a:spcPct val="100000"/>
              </a:lnSpc>
              <a:buFont typeface="Arial" panose="020B0604020202020204" pitchFamily="34" charset="0"/>
              <a:buNone/>
              <a:defRPr sz="800" b="0" cap="none">
                <a:solidFill>
                  <a:schemeClr val="tx1"/>
                </a:solidFill>
                <a:latin typeface="+mn-lt"/>
              </a:defRPr>
            </a:lvl2pPr>
            <a:lvl3pPr marL="0" indent="0">
              <a:lnSpc>
                <a:spcPct val="100000"/>
              </a:lnSpc>
              <a:buFont typeface="Arial" panose="020B0604020202020204" pitchFamily="34" charset="0"/>
              <a:buNone/>
              <a:defRPr sz="800" b="0" cap="none">
                <a:solidFill>
                  <a:schemeClr val="tx1"/>
                </a:solidFill>
                <a:latin typeface="+mn-lt"/>
              </a:defRPr>
            </a:lvl3pPr>
            <a:lvl4pPr marL="0" indent="0">
              <a:lnSpc>
                <a:spcPct val="100000"/>
              </a:lnSpc>
              <a:buFont typeface="Arial" panose="020B0604020202020204" pitchFamily="34" charset="0"/>
              <a:buNone/>
              <a:defRPr sz="800" b="0" cap="none">
                <a:solidFill>
                  <a:schemeClr val="tx1"/>
                </a:solidFill>
                <a:latin typeface="+mn-lt"/>
              </a:defRPr>
            </a:lvl4pPr>
            <a:lvl5pPr marL="0" indent="0">
              <a:lnSpc>
                <a:spcPct val="100000"/>
              </a:lnSpc>
              <a:buNone/>
              <a:defRPr sz="800" b="0" cap="none">
                <a:solidFill>
                  <a:schemeClr val="tx1"/>
                </a:solidFill>
                <a:latin typeface="+mn-lt"/>
              </a:defRPr>
            </a:lvl5pPr>
            <a:lvl6pPr marL="0" indent="0">
              <a:lnSpc>
                <a:spcPct val="100000"/>
              </a:lnSpc>
              <a:buFont typeface="Arial" panose="020B0604020202020204" pitchFamily="34" charset="0"/>
              <a:buNone/>
              <a:defRPr sz="800" b="0" cap="none">
                <a:solidFill>
                  <a:schemeClr val="tx1"/>
                </a:solidFill>
                <a:latin typeface="+mn-lt"/>
              </a:defRPr>
            </a:lvl6pPr>
            <a:lvl7pPr marL="0" indent="0">
              <a:lnSpc>
                <a:spcPct val="100000"/>
              </a:lnSpc>
              <a:buFont typeface="Arial" panose="020B0604020202020204" pitchFamily="34" charset="0"/>
              <a:buNone/>
              <a:defRPr sz="800" b="0" cap="none">
                <a:solidFill>
                  <a:schemeClr val="tx1"/>
                </a:solidFill>
                <a:latin typeface="+mn-lt"/>
              </a:defRPr>
            </a:lvl7pPr>
            <a:lvl8pPr marL="0" indent="0">
              <a:lnSpc>
                <a:spcPct val="100000"/>
              </a:lnSpc>
              <a:buFont typeface="Arial" panose="020B0604020202020204" pitchFamily="34" charset="0"/>
              <a:buNone/>
              <a:defRPr sz="800" b="0" cap="none">
                <a:solidFill>
                  <a:schemeClr val="tx1"/>
                </a:solidFill>
                <a:latin typeface="+mn-lt"/>
              </a:defRPr>
            </a:lvl8pPr>
            <a:lvl9pPr marL="0" indent="0">
              <a:lnSpc>
                <a:spcPct val="100000"/>
              </a:lnSpc>
              <a:buFont typeface="Arial" panose="020B0604020202020204" pitchFamily="34" charset="0"/>
              <a:buNone/>
              <a:defRPr sz="800" b="0" cap="none">
                <a:solidFill>
                  <a:schemeClr val="tx1"/>
                </a:solidFill>
                <a:latin typeface="+mn-lt"/>
              </a:defRPr>
            </a:lvl9pPr>
          </a:lstStyle>
          <a:p>
            <a:pPr lvl="0"/>
            <a:r>
              <a:rPr lang="de-DE"/>
              <a:t>Titel etc. einfügen // für Funktionen: Start // Absatz // Listenebene erhöhen/verringern</a:t>
            </a:r>
          </a:p>
          <a:p>
            <a:pPr lvl="1"/>
            <a:r>
              <a:rPr lang="de-DE"/>
              <a:t>Zweite Ebene</a:t>
            </a:r>
          </a:p>
          <a:p>
            <a:pPr lvl="2"/>
            <a:r>
              <a:rPr lang="de-DE"/>
              <a:t>Dritte Ebene</a:t>
            </a:r>
          </a:p>
          <a:p>
            <a:pPr lvl="3"/>
            <a:r>
              <a:rPr lang="de-DE"/>
              <a:t>Vierte Ebene</a:t>
            </a:r>
          </a:p>
          <a:p>
            <a:pPr lvl="4"/>
            <a:r>
              <a:rPr lang="de-DE"/>
              <a:t>Fünfte Ebene</a:t>
            </a:r>
          </a:p>
          <a:p>
            <a:pPr lvl="5"/>
            <a:r>
              <a:rPr lang="de-DE"/>
              <a:t>Sechste Ebene</a:t>
            </a:r>
          </a:p>
        </p:txBody>
      </p:sp>
      <p:sp>
        <p:nvSpPr>
          <p:cNvPr id="22" name="Textplatzhalter 6"/>
          <p:cNvSpPr>
            <a:spLocks noGrp="1"/>
          </p:cNvSpPr>
          <p:nvPr>
            <p:ph type="body" sz="quarter" idx="23" hasCustomPrompt="1"/>
          </p:nvPr>
        </p:nvSpPr>
        <p:spPr>
          <a:xfrm>
            <a:off x="7044500" y="4500000"/>
            <a:ext cx="2215252" cy="216000"/>
          </a:xfrm>
        </p:spPr>
        <p:txBody>
          <a:bodyPr anchor="b" anchorCtr="0"/>
          <a:lstStyle>
            <a:lvl1pPr marL="0" indent="0">
              <a:lnSpc>
                <a:spcPct val="100000"/>
              </a:lnSpc>
              <a:spcBef>
                <a:spcPts val="0"/>
              </a:spcBef>
              <a:buNone/>
              <a:defRPr sz="1000" b="1">
                <a:solidFill>
                  <a:schemeClr val="tx1"/>
                </a:solidFill>
                <a:latin typeface="+mj-lt"/>
              </a:defRPr>
            </a:lvl1pPr>
            <a:lvl2pPr marL="0" indent="0">
              <a:lnSpc>
                <a:spcPct val="100000"/>
              </a:lnSpc>
              <a:buFont typeface="Arial" panose="020B0604020202020204" pitchFamily="34" charset="0"/>
              <a:buNone/>
              <a:defRPr sz="1000" b="1">
                <a:solidFill>
                  <a:schemeClr val="tx1"/>
                </a:solidFill>
                <a:latin typeface="+mj-lt"/>
              </a:defRPr>
            </a:lvl2pPr>
            <a:lvl3pPr marL="0" indent="0">
              <a:lnSpc>
                <a:spcPct val="100000"/>
              </a:lnSpc>
              <a:buFont typeface="Arial" panose="020B0604020202020204" pitchFamily="34" charset="0"/>
              <a:buNone/>
              <a:defRPr sz="1000" b="1">
                <a:solidFill>
                  <a:schemeClr val="tx1"/>
                </a:solidFill>
                <a:latin typeface="+mj-lt"/>
              </a:defRPr>
            </a:lvl3pPr>
            <a:lvl4pPr marL="0" indent="0">
              <a:lnSpc>
                <a:spcPct val="100000"/>
              </a:lnSpc>
              <a:buFont typeface="Arial" panose="020B0604020202020204" pitchFamily="34" charset="0"/>
              <a:buNone/>
              <a:defRPr sz="1000" b="1">
                <a:solidFill>
                  <a:schemeClr val="tx1"/>
                </a:solidFill>
                <a:latin typeface="+mj-lt"/>
              </a:defRPr>
            </a:lvl4pPr>
            <a:lvl5pPr marL="0" indent="0">
              <a:lnSpc>
                <a:spcPct val="100000"/>
              </a:lnSpc>
              <a:buNone/>
              <a:defRPr sz="1000" b="1">
                <a:solidFill>
                  <a:schemeClr val="tx1"/>
                </a:solidFill>
                <a:latin typeface="+mj-lt"/>
              </a:defRPr>
            </a:lvl5pPr>
            <a:lvl6pPr marL="0" indent="0">
              <a:lnSpc>
                <a:spcPct val="100000"/>
              </a:lnSpc>
              <a:buFont typeface="Arial" panose="020B0604020202020204" pitchFamily="34" charset="0"/>
              <a:buNone/>
              <a:defRPr sz="1000" b="1">
                <a:solidFill>
                  <a:schemeClr val="tx1"/>
                </a:solidFill>
                <a:latin typeface="+mj-lt"/>
              </a:defRPr>
            </a:lvl6pPr>
            <a:lvl7pPr marL="0" indent="0">
              <a:lnSpc>
                <a:spcPct val="100000"/>
              </a:lnSpc>
              <a:buFont typeface="Arial" panose="020B0604020202020204" pitchFamily="34" charset="0"/>
              <a:buNone/>
              <a:defRPr sz="1000" b="1">
                <a:solidFill>
                  <a:schemeClr val="tx1"/>
                </a:solidFill>
                <a:latin typeface="+mj-lt"/>
              </a:defRPr>
            </a:lvl7pPr>
            <a:lvl8pPr marL="0" indent="0">
              <a:lnSpc>
                <a:spcPct val="100000"/>
              </a:lnSpc>
              <a:buFont typeface="Arial" panose="020B0604020202020204" pitchFamily="34" charset="0"/>
              <a:buNone/>
              <a:defRPr sz="1000" b="1">
                <a:solidFill>
                  <a:schemeClr val="tx1"/>
                </a:solidFill>
                <a:latin typeface="+mj-lt"/>
              </a:defRPr>
            </a:lvl8pPr>
            <a:lvl9pPr marL="0" indent="0">
              <a:lnSpc>
                <a:spcPct val="100000"/>
              </a:lnSpc>
              <a:buFont typeface="Arial" panose="020B0604020202020204" pitchFamily="34" charset="0"/>
              <a:buNone/>
              <a:defRPr sz="1000" b="1">
                <a:solidFill>
                  <a:schemeClr val="tx1"/>
                </a:solidFill>
                <a:latin typeface="+mj-lt"/>
              </a:defRPr>
            </a:lvl9pPr>
          </a:lstStyle>
          <a:p>
            <a:pPr lvl="0"/>
            <a:r>
              <a:rPr lang="de-DE"/>
              <a:t>Vorname Nachname</a:t>
            </a:r>
          </a:p>
        </p:txBody>
      </p:sp>
    </p:spTree>
    <p:extLst>
      <p:ext uri="{BB962C8B-B14F-4D97-AF65-F5344CB8AC3E}">
        <p14:creationId xmlns:p14="http://schemas.microsoft.com/office/powerpoint/2010/main" val="404836745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uale Partner">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Headline</a:t>
            </a:r>
          </a:p>
        </p:txBody>
      </p:sp>
      <p:sp>
        <p:nvSpPr>
          <p:cNvPr id="3" name="Datumsplatzhalter 2"/>
          <p:cNvSpPr>
            <a:spLocks noGrp="1"/>
          </p:cNvSpPr>
          <p:nvPr>
            <p:ph type="dt" sz="half" idx="10"/>
          </p:nvPr>
        </p:nvSpPr>
        <p:spPr/>
        <p:txBody>
          <a:bodyPr/>
          <a:lstStyle/>
          <a:p>
            <a:r>
              <a:rPr lang="de-DE"/>
              <a:t>Prof. Dr.-Ing. F. Leitner-Fischer / Daniel Stimac</a:t>
            </a:r>
          </a:p>
        </p:txBody>
      </p:sp>
      <p:sp>
        <p:nvSpPr>
          <p:cNvPr id="4" name="Fußzeilenplatzhalter 3"/>
          <p:cNvSpPr>
            <a:spLocks noGrp="1"/>
          </p:cNvSpPr>
          <p:nvPr>
            <p:ph type="ftr" sz="quarter" idx="11"/>
          </p:nvPr>
        </p:nvSpPr>
        <p:spPr/>
        <p:txBody>
          <a:bodyPr/>
          <a:lstStyle/>
          <a:p>
            <a:r>
              <a:rPr lang="de-DE"/>
              <a:t>Software Engineering</a:t>
            </a:r>
          </a:p>
        </p:txBody>
      </p:sp>
      <p:sp>
        <p:nvSpPr>
          <p:cNvPr id="5" name="Foliennummernplatzhalter 4"/>
          <p:cNvSpPr>
            <a:spLocks noGrp="1"/>
          </p:cNvSpPr>
          <p:nvPr>
            <p:ph type="sldNum" sz="quarter" idx="12"/>
          </p:nvPr>
        </p:nvSpPr>
        <p:spPr/>
        <p:txBody>
          <a:bodyPr/>
          <a:lstStyle/>
          <a:p>
            <a:fld id="{F5A77263-DD59-416C-A906-BA1A9DD16C04}" type="slidenum">
              <a:rPr lang="de-DE" smtClean="0"/>
              <a:pPr/>
              <a:t>‹Nr.›</a:t>
            </a:fld>
            <a:endParaRPr lang="de-DE"/>
          </a:p>
        </p:txBody>
      </p:sp>
      <p:sp>
        <p:nvSpPr>
          <p:cNvPr id="7" name="Textplatzhalter 6"/>
          <p:cNvSpPr>
            <a:spLocks noGrp="1"/>
          </p:cNvSpPr>
          <p:nvPr>
            <p:ph type="body" sz="quarter" idx="13" hasCustomPrompt="1"/>
          </p:nvPr>
        </p:nvSpPr>
        <p:spPr>
          <a:xfrm>
            <a:off x="5759654" y="4068000"/>
            <a:ext cx="5681382" cy="612000"/>
          </a:xfrm>
        </p:spPr>
        <p:txBody>
          <a:bodyPr/>
          <a:lstStyle>
            <a:lvl1pPr marL="0" indent="0">
              <a:lnSpc>
                <a:spcPts val="1500"/>
              </a:lnSpc>
              <a:spcBef>
                <a:spcPts val="0"/>
              </a:spcBef>
              <a:buNone/>
              <a:defRPr sz="1100" b="0" cap="none">
                <a:solidFill>
                  <a:schemeClr val="tx1"/>
                </a:solidFill>
                <a:latin typeface="+mn-lt"/>
              </a:defRPr>
            </a:lvl1pPr>
            <a:lvl2pPr marL="0" indent="0">
              <a:lnSpc>
                <a:spcPts val="1500"/>
              </a:lnSpc>
              <a:buFont typeface="Arial" panose="020B0604020202020204" pitchFamily="34" charset="0"/>
              <a:buNone/>
              <a:defRPr sz="1100" b="0" cap="none">
                <a:solidFill>
                  <a:schemeClr val="tx1"/>
                </a:solidFill>
                <a:latin typeface="+mn-lt"/>
              </a:defRPr>
            </a:lvl2pPr>
            <a:lvl3pPr marL="0" indent="0">
              <a:lnSpc>
                <a:spcPts val="1500"/>
              </a:lnSpc>
              <a:buFont typeface="Arial" panose="020B0604020202020204" pitchFamily="34" charset="0"/>
              <a:buNone/>
              <a:defRPr sz="1100" b="0" cap="none">
                <a:solidFill>
                  <a:schemeClr val="tx1"/>
                </a:solidFill>
                <a:latin typeface="+mn-lt"/>
              </a:defRPr>
            </a:lvl3pPr>
            <a:lvl4pPr marL="0" indent="0">
              <a:lnSpc>
                <a:spcPts val="1500"/>
              </a:lnSpc>
              <a:buFont typeface="Arial" panose="020B0604020202020204" pitchFamily="34" charset="0"/>
              <a:buNone/>
              <a:defRPr sz="1100" b="0" cap="none">
                <a:solidFill>
                  <a:schemeClr val="tx1"/>
                </a:solidFill>
                <a:latin typeface="+mn-lt"/>
              </a:defRPr>
            </a:lvl4pPr>
            <a:lvl5pPr marL="0" indent="0">
              <a:lnSpc>
                <a:spcPts val="1500"/>
              </a:lnSpc>
              <a:buNone/>
              <a:defRPr sz="1100" b="0" cap="none">
                <a:solidFill>
                  <a:schemeClr val="tx1"/>
                </a:solidFill>
                <a:latin typeface="+mn-lt"/>
              </a:defRPr>
            </a:lvl5pPr>
            <a:lvl6pPr marL="0" indent="0">
              <a:lnSpc>
                <a:spcPts val="1500"/>
              </a:lnSpc>
              <a:buFont typeface="Arial" panose="020B0604020202020204" pitchFamily="34" charset="0"/>
              <a:buNone/>
              <a:defRPr sz="1100" b="0" cap="none">
                <a:solidFill>
                  <a:schemeClr val="tx1"/>
                </a:solidFill>
                <a:latin typeface="+mn-lt"/>
              </a:defRPr>
            </a:lvl6pPr>
            <a:lvl7pPr marL="0" indent="0">
              <a:lnSpc>
                <a:spcPts val="1500"/>
              </a:lnSpc>
              <a:buFont typeface="Arial" panose="020B0604020202020204" pitchFamily="34" charset="0"/>
              <a:buNone/>
              <a:defRPr sz="1100" b="0" cap="none">
                <a:solidFill>
                  <a:schemeClr val="tx1"/>
                </a:solidFill>
                <a:latin typeface="+mn-lt"/>
              </a:defRPr>
            </a:lvl7pPr>
            <a:lvl8pPr marL="0" indent="0">
              <a:lnSpc>
                <a:spcPts val="1500"/>
              </a:lnSpc>
              <a:buFont typeface="Arial" panose="020B0604020202020204" pitchFamily="34" charset="0"/>
              <a:buNone/>
              <a:defRPr sz="1100" b="0" cap="none">
                <a:solidFill>
                  <a:schemeClr val="tx1"/>
                </a:solidFill>
                <a:latin typeface="+mn-lt"/>
              </a:defRPr>
            </a:lvl8pPr>
            <a:lvl9pPr marL="0" indent="0">
              <a:lnSpc>
                <a:spcPts val="1500"/>
              </a:lnSpc>
              <a:buFont typeface="Arial" panose="020B0604020202020204" pitchFamily="34" charset="0"/>
              <a:buNone/>
              <a:defRPr sz="1100" b="0" cap="none">
                <a:solidFill>
                  <a:schemeClr val="tx1"/>
                </a:solidFill>
                <a:latin typeface="+mn-lt"/>
              </a:defRPr>
            </a:lvl9pPr>
          </a:lstStyle>
          <a:p>
            <a:pPr lvl="0"/>
            <a:r>
              <a:rPr lang="de-DE"/>
              <a:t>Funktion und Firma</a:t>
            </a:r>
          </a:p>
        </p:txBody>
      </p:sp>
      <p:sp>
        <p:nvSpPr>
          <p:cNvPr id="11" name="Bildplatzhalter 10"/>
          <p:cNvSpPr>
            <a:spLocks noGrp="1"/>
          </p:cNvSpPr>
          <p:nvPr>
            <p:ph type="pic" sz="quarter" idx="15" hasCustomPrompt="1"/>
          </p:nvPr>
        </p:nvSpPr>
        <p:spPr>
          <a:xfrm>
            <a:off x="753185" y="2232000"/>
            <a:ext cx="4408351" cy="3744000"/>
          </a:xfrm>
        </p:spPr>
        <p:txBody>
          <a:bodyPr/>
          <a:lstStyle>
            <a:lvl1pPr marL="0" indent="0" algn="ctr">
              <a:lnSpc>
                <a:spcPct val="100000"/>
              </a:lnSpc>
              <a:buNone/>
              <a:defRPr sz="1200"/>
            </a:lvl1pPr>
          </a:lstStyle>
          <a:p>
            <a:br>
              <a:rPr lang="de-DE"/>
            </a:br>
            <a:br>
              <a:rPr lang="de-DE"/>
            </a:br>
            <a:br>
              <a:rPr lang="de-DE"/>
            </a:br>
            <a:br>
              <a:rPr lang="de-DE"/>
            </a:br>
            <a:br>
              <a:rPr lang="de-DE"/>
            </a:br>
            <a:br>
              <a:rPr lang="de-DE"/>
            </a:br>
            <a:br>
              <a:rPr lang="de-DE"/>
            </a:br>
            <a:r>
              <a:rPr lang="de-DE"/>
              <a:t>Bild einfügen</a:t>
            </a:r>
          </a:p>
        </p:txBody>
      </p:sp>
      <p:sp>
        <p:nvSpPr>
          <p:cNvPr id="13" name="Textplatzhalter 6"/>
          <p:cNvSpPr>
            <a:spLocks noGrp="1"/>
          </p:cNvSpPr>
          <p:nvPr>
            <p:ph type="body" sz="quarter" idx="16" hasCustomPrompt="1"/>
          </p:nvPr>
        </p:nvSpPr>
        <p:spPr>
          <a:xfrm>
            <a:off x="5759654" y="3600000"/>
            <a:ext cx="5681382" cy="216000"/>
          </a:xfrm>
        </p:spPr>
        <p:txBody>
          <a:bodyPr anchor="b" anchorCtr="0"/>
          <a:lstStyle>
            <a:lvl1pPr marL="0" indent="0">
              <a:lnSpc>
                <a:spcPct val="100000"/>
              </a:lnSpc>
              <a:spcBef>
                <a:spcPts val="0"/>
              </a:spcBef>
              <a:buNone/>
              <a:defRPr sz="1100" b="1" cap="none">
                <a:solidFill>
                  <a:schemeClr val="tx1"/>
                </a:solidFill>
                <a:latin typeface="+mj-lt"/>
              </a:defRPr>
            </a:lvl1pPr>
            <a:lvl2pPr marL="0" indent="0">
              <a:lnSpc>
                <a:spcPct val="100000"/>
              </a:lnSpc>
              <a:buFont typeface="Arial" panose="020B0604020202020204" pitchFamily="34" charset="0"/>
              <a:buNone/>
              <a:defRPr sz="1100" b="1" cap="none">
                <a:solidFill>
                  <a:schemeClr val="tx1"/>
                </a:solidFill>
                <a:latin typeface="+mj-lt"/>
              </a:defRPr>
            </a:lvl2pPr>
            <a:lvl3pPr marL="0" indent="0">
              <a:lnSpc>
                <a:spcPct val="100000"/>
              </a:lnSpc>
              <a:buFont typeface="Arial" panose="020B0604020202020204" pitchFamily="34" charset="0"/>
              <a:buNone/>
              <a:defRPr sz="1100" b="1" cap="none">
                <a:solidFill>
                  <a:schemeClr val="tx1"/>
                </a:solidFill>
                <a:latin typeface="+mj-lt"/>
              </a:defRPr>
            </a:lvl3pPr>
            <a:lvl4pPr marL="0" indent="0">
              <a:lnSpc>
                <a:spcPct val="100000"/>
              </a:lnSpc>
              <a:buFont typeface="Arial" panose="020B0604020202020204" pitchFamily="34" charset="0"/>
              <a:buNone/>
              <a:defRPr sz="1100" b="1" cap="none">
                <a:solidFill>
                  <a:schemeClr val="tx1"/>
                </a:solidFill>
                <a:latin typeface="+mj-lt"/>
              </a:defRPr>
            </a:lvl4pPr>
            <a:lvl5pPr marL="0" indent="0">
              <a:lnSpc>
                <a:spcPct val="100000"/>
              </a:lnSpc>
              <a:buNone/>
              <a:defRPr sz="1100" b="1" cap="none">
                <a:solidFill>
                  <a:schemeClr val="tx1"/>
                </a:solidFill>
                <a:latin typeface="+mj-lt"/>
              </a:defRPr>
            </a:lvl5pPr>
            <a:lvl6pPr marL="0" indent="0">
              <a:lnSpc>
                <a:spcPct val="100000"/>
              </a:lnSpc>
              <a:buFont typeface="Arial" panose="020B0604020202020204" pitchFamily="34" charset="0"/>
              <a:buNone/>
              <a:defRPr sz="1100" b="1" cap="none">
                <a:solidFill>
                  <a:schemeClr val="tx1"/>
                </a:solidFill>
                <a:latin typeface="+mj-lt"/>
              </a:defRPr>
            </a:lvl6pPr>
            <a:lvl7pPr marL="0" indent="0">
              <a:lnSpc>
                <a:spcPct val="100000"/>
              </a:lnSpc>
              <a:buFont typeface="Arial" panose="020B0604020202020204" pitchFamily="34" charset="0"/>
              <a:buNone/>
              <a:defRPr sz="1100" b="1" cap="none">
                <a:solidFill>
                  <a:schemeClr val="tx1"/>
                </a:solidFill>
                <a:latin typeface="+mj-lt"/>
              </a:defRPr>
            </a:lvl7pPr>
            <a:lvl8pPr marL="0" indent="0">
              <a:lnSpc>
                <a:spcPct val="100000"/>
              </a:lnSpc>
              <a:buFont typeface="Arial" panose="020B0604020202020204" pitchFamily="34" charset="0"/>
              <a:buNone/>
              <a:defRPr sz="1100" b="1" cap="none">
                <a:solidFill>
                  <a:schemeClr val="tx1"/>
                </a:solidFill>
                <a:latin typeface="+mj-lt"/>
              </a:defRPr>
            </a:lvl8pPr>
            <a:lvl9pPr marL="0" indent="0">
              <a:lnSpc>
                <a:spcPct val="100000"/>
              </a:lnSpc>
              <a:buFont typeface="Arial" panose="020B0604020202020204" pitchFamily="34" charset="0"/>
              <a:buNone/>
              <a:defRPr sz="1100" b="1" cap="none">
                <a:solidFill>
                  <a:schemeClr val="tx1"/>
                </a:solidFill>
                <a:latin typeface="+mj-lt"/>
              </a:defRPr>
            </a:lvl9pPr>
          </a:lstStyle>
          <a:p>
            <a:pPr lvl="0"/>
            <a:r>
              <a:rPr lang="de-DE"/>
              <a:t>Titel Vorname Nachname</a:t>
            </a:r>
          </a:p>
        </p:txBody>
      </p:sp>
      <p:sp>
        <p:nvSpPr>
          <p:cNvPr id="9" name="Textplatzhalter 8"/>
          <p:cNvSpPr>
            <a:spLocks noGrp="1"/>
          </p:cNvSpPr>
          <p:nvPr>
            <p:ph type="body" sz="quarter" idx="17" hasCustomPrompt="1"/>
          </p:nvPr>
        </p:nvSpPr>
        <p:spPr>
          <a:xfrm>
            <a:off x="5617993" y="2196000"/>
            <a:ext cx="5823043" cy="1188000"/>
          </a:xfrm>
        </p:spPr>
        <p:txBody>
          <a:bodyPr/>
          <a:lstStyle>
            <a:lvl1pPr marL="115194" indent="-115194">
              <a:lnSpc>
                <a:spcPts val="2200"/>
              </a:lnSpc>
              <a:spcBef>
                <a:spcPts val="0"/>
              </a:spcBef>
              <a:buFont typeface="Arial" panose="020B0604020202020204" pitchFamily="34" charset="0"/>
              <a:buChar char="»"/>
              <a:defRPr sz="1600" b="0" cap="none">
                <a:solidFill>
                  <a:schemeClr val="tx1"/>
                </a:solidFill>
                <a:latin typeface="+mn-lt"/>
              </a:defRPr>
            </a:lvl1pPr>
            <a:lvl2pPr marL="115194" indent="0">
              <a:lnSpc>
                <a:spcPts val="2200"/>
              </a:lnSpc>
              <a:buFont typeface="Arial" panose="020B0604020202020204" pitchFamily="34" charset="0"/>
              <a:buNone/>
              <a:defRPr sz="1600" b="0" cap="none">
                <a:solidFill>
                  <a:schemeClr val="tx1"/>
                </a:solidFill>
                <a:latin typeface="+mn-lt"/>
              </a:defRPr>
            </a:lvl2pPr>
            <a:lvl3pPr marL="115194" indent="0">
              <a:lnSpc>
                <a:spcPts val="2200"/>
              </a:lnSpc>
              <a:buFont typeface="Arial" panose="020B0604020202020204" pitchFamily="34" charset="0"/>
              <a:buNone/>
              <a:defRPr sz="1600" b="0" cap="none">
                <a:solidFill>
                  <a:schemeClr val="tx1"/>
                </a:solidFill>
                <a:latin typeface="+mn-lt"/>
              </a:defRPr>
            </a:lvl3pPr>
            <a:lvl4pPr marL="115194" indent="0">
              <a:lnSpc>
                <a:spcPts val="2200"/>
              </a:lnSpc>
              <a:buFont typeface="Arial" panose="020B0604020202020204" pitchFamily="34" charset="0"/>
              <a:buNone/>
              <a:defRPr sz="1600" b="0" cap="none">
                <a:solidFill>
                  <a:schemeClr val="tx1"/>
                </a:solidFill>
                <a:latin typeface="+mn-lt"/>
              </a:defRPr>
            </a:lvl4pPr>
            <a:lvl5pPr marL="115194" indent="0">
              <a:lnSpc>
                <a:spcPts val="2200"/>
              </a:lnSpc>
              <a:buNone/>
              <a:defRPr sz="1600" b="0" cap="none">
                <a:solidFill>
                  <a:schemeClr val="tx1"/>
                </a:solidFill>
                <a:latin typeface="+mn-lt"/>
              </a:defRPr>
            </a:lvl5pPr>
            <a:lvl6pPr marL="115194" indent="0">
              <a:lnSpc>
                <a:spcPts val="2200"/>
              </a:lnSpc>
              <a:buFont typeface="Arial" panose="020B0604020202020204" pitchFamily="34" charset="0"/>
              <a:buNone/>
              <a:defRPr sz="1600" b="0" cap="none">
                <a:solidFill>
                  <a:schemeClr val="tx1"/>
                </a:solidFill>
                <a:latin typeface="+mn-lt"/>
              </a:defRPr>
            </a:lvl6pPr>
            <a:lvl7pPr marL="115194" indent="0">
              <a:lnSpc>
                <a:spcPts val="2200"/>
              </a:lnSpc>
              <a:buFont typeface="Arial" panose="020B0604020202020204" pitchFamily="34" charset="0"/>
              <a:buNone/>
              <a:defRPr sz="1600" b="0" cap="none">
                <a:solidFill>
                  <a:schemeClr val="tx1"/>
                </a:solidFill>
                <a:latin typeface="+mn-lt"/>
              </a:defRPr>
            </a:lvl7pPr>
            <a:lvl8pPr marL="115194" indent="0">
              <a:lnSpc>
                <a:spcPts val="2200"/>
              </a:lnSpc>
              <a:buFont typeface="Arial" panose="020B0604020202020204" pitchFamily="34" charset="0"/>
              <a:buNone/>
              <a:defRPr sz="1600" b="0" cap="none">
                <a:solidFill>
                  <a:schemeClr val="tx1"/>
                </a:solidFill>
                <a:latin typeface="+mn-lt"/>
              </a:defRPr>
            </a:lvl8pPr>
            <a:lvl9pPr marL="115194" indent="0">
              <a:lnSpc>
                <a:spcPts val="2200"/>
              </a:lnSpc>
              <a:buFont typeface="Arial" panose="020B0604020202020204" pitchFamily="34" charset="0"/>
              <a:buNone/>
              <a:defRPr sz="1600" b="0" cap="none">
                <a:solidFill>
                  <a:schemeClr val="tx1"/>
                </a:solidFill>
                <a:latin typeface="+mn-lt"/>
              </a:defRPr>
            </a:lvl9pPr>
          </a:lstStyle>
          <a:p>
            <a:pPr lvl="0"/>
            <a:r>
              <a:rPr lang="de-DE"/>
              <a:t>Zitat</a:t>
            </a:r>
          </a:p>
        </p:txBody>
      </p:sp>
      <p:sp>
        <p:nvSpPr>
          <p:cNvPr id="15" name="Textplatzhalter 7"/>
          <p:cNvSpPr>
            <a:spLocks noGrp="1"/>
          </p:cNvSpPr>
          <p:nvPr>
            <p:ph type="body" sz="quarter" idx="25" hasCustomPrompt="1"/>
          </p:nvPr>
        </p:nvSpPr>
        <p:spPr>
          <a:xfrm>
            <a:off x="5774305" y="3924000"/>
            <a:ext cx="753186" cy="0"/>
          </a:xfrm>
          <a:solidFill>
            <a:schemeClr val="accent2"/>
          </a:solidFill>
          <a:ln w="25400">
            <a:solidFill>
              <a:schemeClr val="accent2"/>
            </a:solidFill>
            <a:miter lim="800000"/>
          </a:ln>
        </p:spPr>
        <p:txBody>
          <a:bodyPr anchor="ctr" anchorCtr="0"/>
          <a:lstStyle>
            <a:lvl1pPr marL="0" indent="0" algn="ctr">
              <a:lnSpc>
                <a:spcPct val="100000"/>
              </a:lnSpc>
              <a:buNone/>
              <a:defRPr sz="100" b="1" cap="none" baseline="0">
                <a:solidFill>
                  <a:schemeClr val="accent2"/>
                </a:solidFill>
                <a:latin typeface="+mn-lt"/>
              </a:defRPr>
            </a:lvl1pPr>
            <a:lvl2pPr marL="0" indent="0" algn="ctr">
              <a:lnSpc>
                <a:spcPct val="100000"/>
              </a:lnSpc>
              <a:buFont typeface="Arial" panose="020B0604020202020204" pitchFamily="34" charset="0"/>
              <a:buNone/>
              <a:defRPr sz="100" b="1" cap="none">
                <a:solidFill>
                  <a:schemeClr val="accent2"/>
                </a:solidFill>
                <a:latin typeface="+mn-lt"/>
              </a:defRPr>
            </a:lvl2pPr>
            <a:lvl3pPr marL="0" indent="0" algn="ctr">
              <a:lnSpc>
                <a:spcPct val="100000"/>
              </a:lnSpc>
              <a:buFont typeface="Arial" panose="020B0604020202020204" pitchFamily="34" charset="0"/>
              <a:buNone/>
              <a:defRPr sz="100" b="1" cap="none">
                <a:solidFill>
                  <a:schemeClr val="accent2"/>
                </a:solidFill>
                <a:latin typeface="+mn-lt"/>
              </a:defRPr>
            </a:lvl3pPr>
            <a:lvl4pPr marL="0" indent="0" algn="ctr">
              <a:lnSpc>
                <a:spcPct val="100000"/>
              </a:lnSpc>
              <a:buFont typeface="Arial" panose="020B0604020202020204" pitchFamily="34" charset="0"/>
              <a:buNone/>
              <a:defRPr sz="100" b="1" cap="none">
                <a:solidFill>
                  <a:schemeClr val="accent2"/>
                </a:solidFill>
                <a:latin typeface="+mn-lt"/>
              </a:defRPr>
            </a:lvl4pPr>
            <a:lvl5pPr marL="0" indent="0" algn="ctr">
              <a:lnSpc>
                <a:spcPct val="100000"/>
              </a:lnSpc>
              <a:buFont typeface="Arial" panose="020B0604020202020204" pitchFamily="34" charset="0"/>
              <a:buNone/>
              <a:defRPr sz="100" b="1" cap="none">
                <a:solidFill>
                  <a:schemeClr val="accent2"/>
                </a:solidFill>
                <a:latin typeface="+mn-lt"/>
              </a:defRPr>
            </a:lvl5pPr>
            <a:lvl6pPr marL="0" indent="0" algn="ctr">
              <a:lnSpc>
                <a:spcPct val="100000"/>
              </a:lnSpc>
              <a:buFont typeface="Arial" panose="020B0604020202020204" pitchFamily="34" charset="0"/>
              <a:buNone/>
              <a:defRPr sz="100" b="1" cap="none">
                <a:solidFill>
                  <a:schemeClr val="accent2"/>
                </a:solidFill>
                <a:latin typeface="+mn-lt"/>
              </a:defRPr>
            </a:lvl6pPr>
            <a:lvl7pPr marL="0" indent="0" algn="ctr">
              <a:lnSpc>
                <a:spcPct val="100000"/>
              </a:lnSpc>
              <a:buFont typeface="Arial" panose="020B0604020202020204" pitchFamily="34" charset="0"/>
              <a:buNone/>
              <a:defRPr sz="100" b="1" cap="none">
                <a:solidFill>
                  <a:schemeClr val="accent2"/>
                </a:solidFill>
                <a:latin typeface="+mn-lt"/>
              </a:defRPr>
            </a:lvl7pPr>
            <a:lvl8pPr marL="0" indent="0" algn="ctr">
              <a:lnSpc>
                <a:spcPct val="100000"/>
              </a:lnSpc>
              <a:buFont typeface="Arial" panose="020B0604020202020204" pitchFamily="34" charset="0"/>
              <a:buNone/>
              <a:defRPr sz="100" b="1" cap="none">
                <a:solidFill>
                  <a:schemeClr val="accent2"/>
                </a:solidFill>
                <a:latin typeface="+mn-lt"/>
              </a:defRPr>
            </a:lvl8pPr>
            <a:lvl9pPr marL="0" indent="0" algn="ctr">
              <a:lnSpc>
                <a:spcPct val="100000"/>
              </a:lnSpc>
              <a:buFont typeface="Arial" panose="020B0604020202020204" pitchFamily="34" charset="0"/>
              <a:buNone/>
              <a:defRPr sz="100" b="1" cap="none">
                <a:solidFill>
                  <a:schemeClr val="accent2"/>
                </a:solidFill>
                <a:latin typeface="+mn-lt"/>
              </a:defRPr>
            </a:lvl9pPr>
          </a:lstStyle>
          <a:p>
            <a:pPr lvl="0"/>
            <a:r>
              <a:rPr lang="de-DE"/>
              <a:t>                                                                      </a:t>
            </a:r>
          </a:p>
        </p:txBody>
      </p:sp>
      <p:pic>
        <p:nvPicPr>
          <p:cNvPr id="16" name="Grafik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96690" y="914198"/>
            <a:ext cx="886790" cy="720000"/>
          </a:xfrm>
          <a:prstGeom prst="rect">
            <a:avLst/>
          </a:prstGeom>
        </p:spPr>
      </p:pic>
      <p:sp>
        <p:nvSpPr>
          <p:cNvPr id="21" name="Textplatzhalter 6"/>
          <p:cNvSpPr>
            <a:spLocks noGrp="1"/>
          </p:cNvSpPr>
          <p:nvPr>
            <p:ph type="body" sz="quarter" idx="22" hasCustomPrompt="1"/>
          </p:nvPr>
        </p:nvSpPr>
        <p:spPr>
          <a:xfrm>
            <a:off x="5759653" y="5494216"/>
            <a:ext cx="3544402" cy="540000"/>
          </a:xfrm>
        </p:spPr>
        <p:txBody>
          <a:bodyPr anchor="b" anchorCtr="0"/>
          <a:lstStyle>
            <a:lvl1pPr marL="0" indent="0">
              <a:lnSpc>
                <a:spcPts val="1800"/>
              </a:lnSpc>
              <a:spcBef>
                <a:spcPts val="0"/>
              </a:spcBef>
              <a:spcAft>
                <a:spcPts val="0"/>
              </a:spcAft>
              <a:buNone/>
              <a:defRPr sz="1300" b="1" cap="none">
                <a:latin typeface="+mn-lt"/>
              </a:defRPr>
            </a:lvl1pPr>
            <a:lvl2pPr marL="0" indent="0">
              <a:lnSpc>
                <a:spcPts val="1800"/>
              </a:lnSpc>
              <a:buFont typeface="Arial" panose="020B0604020202020204" pitchFamily="34" charset="0"/>
              <a:buNone/>
              <a:defRPr sz="1100" b="0" cap="none">
                <a:solidFill>
                  <a:schemeClr val="accent2"/>
                </a:solidFill>
                <a:latin typeface="+mn-lt"/>
              </a:defRPr>
            </a:lvl2pPr>
            <a:lvl3pPr marL="0" indent="0">
              <a:lnSpc>
                <a:spcPts val="1800"/>
              </a:lnSpc>
              <a:buFont typeface="Arial" panose="020B0604020202020204" pitchFamily="34" charset="0"/>
              <a:buNone/>
              <a:defRPr sz="1100" b="0" cap="none">
                <a:solidFill>
                  <a:schemeClr val="accent2"/>
                </a:solidFill>
                <a:latin typeface="+mn-lt"/>
              </a:defRPr>
            </a:lvl3pPr>
            <a:lvl4pPr marL="0" indent="0">
              <a:lnSpc>
                <a:spcPts val="1800"/>
              </a:lnSpc>
              <a:buFont typeface="Arial" panose="020B0604020202020204" pitchFamily="34" charset="0"/>
              <a:buNone/>
              <a:defRPr sz="1100" b="0" cap="none">
                <a:solidFill>
                  <a:schemeClr val="accent2"/>
                </a:solidFill>
                <a:latin typeface="+mn-lt"/>
              </a:defRPr>
            </a:lvl4pPr>
            <a:lvl5pPr marL="0" indent="0">
              <a:lnSpc>
                <a:spcPts val="1800"/>
              </a:lnSpc>
              <a:buNone/>
              <a:defRPr sz="1100" b="0" cap="none">
                <a:solidFill>
                  <a:schemeClr val="accent2"/>
                </a:solidFill>
                <a:latin typeface="+mn-lt"/>
              </a:defRPr>
            </a:lvl5pPr>
            <a:lvl6pPr marL="0" indent="0">
              <a:lnSpc>
                <a:spcPts val="1800"/>
              </a:lnSpc>
              <a:buFont typeface="Arial" panose="020B0604020202020204" pitchFamily="34" charset="0"/>
              <a:buNone/>
              <a:defRPr sz="1100" b="0" cap="none">
                <a:solidFill>
                  <a:schemeClr val="accent2"/>
                </a:solidFill>
                <a:latin typeface="+mn-lt"/>
              </a:defRPr>
            </a:lvl6pPr>
            <a:lvl7pPr marL="0" indent="0">
              <a:lnSpc>
                <a:spcPts val="1800"/>
              </a:lnSpc>
              <a:buFont typeface="Arial" panose="020B0604020202020204" pitchFamily="34" charset="0"/>
              <a:buNone/>
              <a:defRPr sz="1100" b="0" cap="none">
                <a:solidFill>
                  <a:schemeClr val="accent2"/>
                </a:solidFill>
                <a:latin typeface="+mn-lt"/>
              </a:defRPr>
            </a:lvl7pPr>
            <a:lvl8pPr marL="0" indent="0">
              <a:lnSpc>
                <a:spcPts val="1800"/>
              </a:lnSpc>
              <a:buFont typeface="Arial" panose="020B0604020202020204" pitchFamily="34" charset="0"/>
              <a:buNone/>
              <a:defRPr sz="1100" b="0" cap="none">
                <a:solidFill>
                  <a:schemeClr val="accent2"/>
                </a:solidFill>
                <a:latin typeface="+mn-lt"/>
              </a:defRPr>
            </a:lvl8pPr>
            <a:lvl9pPr marL="0" indent="0">
              <a:lnSpc>
                <a:spcPts val="1800"/>
              </a:lnSpc>
              <a:buFont typeface="Arial" panose="020B0604020202020204" pitchFamily="34" charset="0"/>
              <a:buNone/>
              <a:defRPr sz="1100" b="0" cap="none">
                <a:solidFill>
                  <a:schemeClr val="accent2"/>
                </a:solidFill>
                <a:latin typeface="+mn-lt"/>
              </a:defRPr>
            </a:lvl9pPr>
          </a:lstStyle>
          <a:p>
            <a:pPr lvl="0"/>
            <a:r>
              <a:rPr lang="de-DE"/>
              <a:t>Firma und Partner seit (LE erhöhen)</a:t>
            </a:r>
          </a:p>
          <a:p>
            <a:pPr lvl="1"/>
            <a:r>
              <a:rPr lang="de-DE"/>
              <a:t>Zweite Ebene</a:t>
            </a:r>
          </a:p>
        </p:txBody>
      </p:sp>
      <p:sp>
        <p:nvSpPr>
          <p:cNvPr id="22" name="Bildplatzhalter 10"/>
          <p:cNvSpPr>
            <a:spLocks noGrp="1"/>
          </p:cNvSpPr>
          <p:nvPr>
            <p:ph type="pic" sz="quarter" idx="26" hasCustomPrompt="1"/>
          </p:nvPr>
        </p:nvSpPr>
        <p:spPr>
          <a:xfrm>
            <a:off x="9225784" y="5134216"/>
            <a:ext cx="2215252" cy="900000"/>
          </a:xfrm>
        </p:spPr>
        <p:txBody>
          <a:bodyPr/>
          <a:lstStyle>
            <a:lvl1pPr marL="0" indent="0" algn="ctr">
              <a:lnSpc>
                <a:spcPct val="100000"/>
              </a:lnSpc>
              <a:buNone/>
              <a:defRPr sz="1050"/>
            </a:lvl1pPr>
          </a:lstStyle>
          <a:p>
            <a:r>
              <a:rPr lang="de-DE"/>
              <a:t>Logo einfügen ggf. anpassen</a:t>
            </a:r>
          </a:p>
        </p:txBody>
      </p:sp>
    </p:spTree>
    <p:extLst>
      <p:ext uri="{BB962C8B-B14F-4D97-AF65-F5344CB8AC3E}">
        <p14:creationId xmlns:p14="http://schemas.microsoft.com/office/powerpoint/2010/main" val="1989828903"/>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2-spaltig // Schaubild">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Headline</a:t>
            </a:r>
          </a:p>
        </p:txBody>
      </p:sp>
      <p:sp>
        <p:nvSpPr>
          <p:cNvPr id="3" name="Datumsplatzhalter 2"/>
          <p:cNvSpPr>
            <a:spLocks noGrp="1"/>
          </p:cNvSpPr>
          <p:nvPr>
            <p:ph type="dt" sz="half" idx="10"/>
          </p:nvPr>
        </p:nvSpPr>
        <p:spPr/>
        <p:txBody>
          <a:bodyPr/>
          <a:lstStyle/>
          <a:p>
            <a:r>
              <a:rPr lang="de-DE"/>
              <a:t>Prof. Dr.-Ing. F. Leitner-Fischer / Daniel Stimac</a:t>
            </a:r>
          </a:p>
        </p:txBody>
      </p:sp>
      <p:sp>
        <p:nvSpPr>
          <p:cNvPr id="4" name="Fußzeilenplatzhalter 3"/>
          <p:cNvSpPr>
            <a:spLocks noGrp="1"/>
          </p:cNvSpPr>
          <p:nvPr>
            <p:ph type="ftr" sz="quarter" idx="11"/>
          </p:nvPr>
        </p:nvSpPr>
        <p:spPr/>
        <p:txBody>
          <a:bodyPr/>
          <a:lstStyle/>
          <a:p>
            <a:r>
              <a:rPr lang="de-DE"/>
              <a:t>Software Engineering</a:t>
            </a:r>
          </a:p>
        </p:txBody>
      </p:sp>
      <p:sp>
        <p:nvSpPr>
          <p:cNvPr id="5" name="Foliennummernplatzhalter 4"/>
          <p:cNvSpPr>
            <a:spLocks noGrp="1"/>
          </p:cNvSpPr>
          <p:nvPr>
            <p:ph type="sldNum" sz="quarter" idx="12"/>
          </p:nvPr>
        </p:nvSpPr>
        <p:spPr/>
        <p:txBody>
          <a:bodyPr/>
          <a:lstStyle/>
          <a:p>
            <a:fld id="{F5A77263-DD59-416C-A906-BA1A9DD16C04}" type="slidenum">
              <a:rPr lang="de-DE" smtClean="0"/>
              <a:pPr/>
              <a:t>‹Nr.›</a:t>
            </a:fld>
            <a:endParaRPr lang="de-DE"/>
          </a:p>
        </p:txBody>
      </p:sp>
      <p:sp>
        <p:nvSpPr>
          <p:cNvPr id="7" name="Textplatzhalter 6"/>
          <p:cNvSpPr>
            <a:spLocks noGrp="1"/>
          </p:cNvSpPr>
          <p:nvPr>
            <p:ph type="body" sz="quarter" idx="13" hasCustomPrompt="1"/>
          </p:nvPr>
        </p:nvSpPr>
        <p:spPr>
          <a:xfrm>
            <a:off x="753184" y="2124075"/>
            <a:ext cx="5236855" cy="1800000"/>
          </a:xfrm>
        </p:spPr>
        <p:txBody>
          <a:bodyPr/>
          <a:lstStyle/>
          <a:p>
            <a:pPr lvl="0"/>
            <a:r>
              <a:rPr lang="de-DE"/>
              <a:t>Aufzählungspunkt einfügen // für Fließtext und Zwischenheadline: Start // Absatz // Listenebene erhöhen/verringern</a:t>
            </a:r>
          </a:p>
          <a:p>
            <a:pPr lvl="1"/>
            <a:r>
              <a:rPr lang="de-DE"/>
              <a:t>Zweite Ebene</a:t>
            </a:r>
          </a:p>
          <a:p>
            <a:pPr lvl="2"/>
            <a:r>
              <a:rPr lang="de-DE"/>
              <a:t>Dritte Ebene</a:t>
            </a:r>
          </a:p>
          <a:p>
            <a:pPr lvl="3"/>
            <a:r>
              <a:rPr lang="de-DE"/>
              <a:t>Vierte Ebene</a:t>
            </a:r>
          </a:p>
        </p:txBody>
      </p:sp>
      <p:sp>
        <p:nvSpPr>
          <p:cNvPr id="9" name="Textplatzhalter 6"/>
          <p:cNvSpPr>
            <a:spLocks noGrp="1"/>
          </p:cNvSpPr>
          <p:nvPr>
            <p:ph type="body" sz="quarter" idx="14" hasCustomPrompt="1"/>
          </p:nvPr>
        </p:nvSpPr>
        <p:spPr>
          <a:xfrm>
            <a:off x="6202704" y="2124075"/>
            <a:ext cx="5238331" cy="1800000"/>
          </a:xfrm>
        </p:spPr>
        <p:txBody>
          <a:bodyPr/>
          <a:lstStyle/>
          <a:p>
            <a:pPr lvl="0"/>
            <a:r>
              <a:rPr lang="de-DE"/>
              <a:t>Aufzählungspunkt einfügen // für Fließtext und Zwischenheadline: Start // Absatz // Listenebene erhöhen/verringern</a:t>
            </a:r>
          </a:p>
          <a:p>
            <a:pPr lvl="1"/>
            <a:r>
              <a:rPr lang="de-DE"/>
              <a:t>Zweite Ebene</a:t>
            </a:r>
          </a:p>
          <a:p>
            <a:pPr lvl="2"/>
            <a:r>
              <a:rPr lang="de-DE"/>
              <a:t>Dritte Ebene</a:t>
            </a:r>
          </a:p>
          <a:p>
            <a:pPr lvl="3"/>
            <a:r>
              <a:rPr lang="de-DE"/>
              <a:t>Vierte Ebene</a:t>
            </a:r>
          </a:p>
        </p:txBody>
      </p:sp>
      <p:sp>
        <p:nvSpPr>
          <p:cNvPr id="8" name="Textplatzhalter 7"/>
          <p:cNvSpPr>
            <a:spLocks noGrp="1"/>
          </p:cNvSpPr>
          <p:nvPr>
            <p:ph type="body" sz="quarter" idx="15" hasCustomPrompt="1"/>
          </p:nvPr>
        </p:nvSpPr>
        <p:spPr>
          <a:xfrm>
            <a:off x="753185" y="4464000"/>
            <a:ext cx="2658302" cy="1440000"/>
          </a:xfrm>
          <a:solidFill>
            <a:schemeClr val="accent2"/>
          </a:solidFill>
        </p:spPr>
        <p:txBody>
          <a:bodyPr anchor="ctr" anchorCtr="0"/>
          <a:lstStyle>
            <a:lvl1pPr marL="0" indent="0" algn="ctr">
              <a:lnSpc>
                <a:spcPct val="100000"/>
              </a:lnSpc>
              <a:spcBef>
                <a:spcPts val="0"/>
              </a:spcBef>
              <a:buNone/>
              <a:defRPr sz="2400" b="1" cap="all" baseline="0">
                <a:solidFill>
                  <a:schemeClr val="bg1"/>
                </a:solidFill>
                <a:latin typeface="+mj-lt"/>
              </a:defRPr>
            </a:lvl1pPr>
            <a:lvl2pPr marL="0" indent="0" algn="ctr">
              <a:lnSpc>
                <a:spcPct val="100000"/>
              </a:lnSpc>
              <a:buFont typeface="Arial" panose="020B0604020202020204" pitchFamily="34" charset="0"/>
              <a:buNone/>
              <a:defRPr sz="2400" b="1" cap="all">
                <a:solidFill>
                  <a:schemeClr val="bg1"/>
                </a:solidFill>
                <a:latin typeface="+mj-lt"/>
              </a:defRPr>
            </a:lvl2pPr>
            <a:lvl3pPr marL="0" indent="0" algn="ctr">
              <a:lnSpc>
                <a:spcPct val="100000"/>
              </a:lnSpc>
              <a:buFont typeface="Arial" panose="020B0604020202020204" pitchFamily="34" charset="0"/>
              <a:buNone/>
              <a:defRPr sz="2400" b="1" cap="all">
                <a:solidFill>
                  <a:schemeClr val="bg1"/>
                </a:solidFill>
                <a:latin typeface="+mj-lt"/>
              </a:defRPr>
            </a:lvl3pPr>
            <a:lvl4pPr marL="0" indent="0" algn="ctr">
              <a:lnSpc>
                <a:spcPct val="100000"/>
              </a:lnSpc>
              <a:buFont typeface="Arial" panose="020B0604020202020204" pitchFamily="34" charset="0"/>
              <a:buNone/>
              <a:defRPr sz="2400" b="1" cap="all">
                <a:solidFill>
                  <a:schemeClr val="bg1"/>
                </a:solidFill>
                <a:latin typeface="+mj-lt"/>
              </a:defRPr>
            </a:lvl4pPr>
            <a:lvl5pPr marL="0" indent="0" algn="ctr">
              <a:lnSpc>
                <a:spcPct val="100000"/>
              </a:lnSpc>
              <a:buFont typeface="Arial" panose="020B0604020202020204" pitchFamily="34" charset="0"/>
              <a:buNone/>
              <a:defRPr sz="2400" b="1" cap="all">
                <a:solidFill>
                  <a:schemeClr val="bg1"/>
                </a:solidFill>
                <a:latin typeface="+mj-lt"/>
              </a:defRPr>
            </a:lvl5pPr>
            <a:lvl6pPr marL="0" indent="0" algn="ctr">
              <a:lnSpc>
                <a:spcPct val="100000"/>
              </a:lnSpc>
              <a:buFont typeface="Arial" panose="020B0604020202020204" pitchFamily="34" charset="0"/>
              <a:buNone/>
              <a:defRPr sz="2400" b="1" cap="all">
                <a:solidFill>
                  <a:schemeClr val="bg1"/>
                </a:solidFill>
                <a:latin typeface="+mj-lt"/>
              </a:defRPr>
            </a:lvl6pPr>
            <a:lvl7pPr marL="0" indent="0" algn="ctr">
              <a:lnSpc>
                <a:spcPct val="100000"/>
              </a:lnSpc>
              <a:buFont typeface="Arial" panose="020B0604020202020204" pitchFamily="34" charset="0"/>
              <a:buNone/>
              <a:defRPr sz="2400" b="1" cap="all">
                <a:solidFill>
                  <a:schemeClr val="bg1"/>
                </a:solidFill>
                <a:latin typeface="+mj-lt"/>
              </a:defRPr>
            </a:lvl7pPr>
            <a:lvl8pPr marL="0" indent="0" algn="ctr">
              <a:lnSpc>
                <a:spcPct val="100000"/>
              </a:lnSpc>
              <a:buFont typeface="Arial" panose="020B0604020202020204" pitchFamily="34" charset="0"/>
              <a:buNone/>
              <a:defRPr sz="2400" b="1" cap="all">
                <a:solidFill>
                  <a:schemeClr val="bg1"/>
                </a:solidFill>
                <a:latin typeface="+mj-lt"/>
              </a:defRPr>
            </a:lvl8pPr>
            <a:lvl9pPr marL="0" indent="0" algn="ctr">
              <a:lnSpc>
                <a:spcPct val="100000"/>
              </a:lnSpc>
              <a:buFont typeface="Arial" panose="020B0604020202020204" pitchFamily="34" charset="0"/>
              <a:buNone/>
              <a:defRPr sz="2400" b="1" cap="all">
                <a:solidFill>
                  <a:schemeClr val="bg1"/>
                </a:solidFill>
                <a:latin typeface="+mj-lt"/>
              </a:defRPr>
            </a:lvl9pPr>
          </a:lstStyle>
          <a:p>
            <a:pPr lvl="0"/>
            <a:r>
              <a:rPr lang="de-DE"/>
              <a:t>Text     </a:t>
            </a:r>
          </a:p>
        </p:txBody>
      </p:sp>
      <p:sp>
        <p:nvSpPr>
          <p:cNvPr id="14" name="Textplatzhalter 7"/>
          <p:cNvSpPr>
            <a:spLocks noGrp="1"/>
          </p:cNvSpPr>
          <p:nvPr>
            <p:ph type="body" sz="quarter" idx="16" hasCustomPrompt="1"/>
          </p:nvPr>
        </p:nvSpPr>
        <p:spPr>
          <a:xfrm>
            <a:off x="8782734" y="4464000"/>
            <a:ext cx="2658302" cy="1440000"/>
          </a:xfrm>
          <a:solidFill>
            <a:schemeClr val="tx1"/>
          </a:solidFill>
        </p:spPr>
        <p:txBody>
          <a:bodyPr anchor="ctr" anchorCtr="0"/>
          <a:lstStyle>
            <a:lvl1pPr marL="0" indent="0" algn="ctr">
              <a:lnSpc>
                <a:spcPct val="100000"/>
              </a:lnSpc>
              <a:spcBef>
                <a:spcPts val="0"/>
              </a:spcBef>
              <a:buNone/>
              <a:defRPr sz="2400" b="1" cap="all" baseline="0">
                <a:solidFill>
                  <a:schemeClr val="bg1"/>
                </a:solidFill>
                <a:latin typeface="+mj-lt"/>
              </a:defRPr>
            </a:lvl1pPr>
            <a:lvl2pPr marL="0" indent="0" algn="ctr">
              <a:lnSpc>
                <a:spcPct val="100000"/>
              </a:lnSpc>
              <a:buFont typeface="Arial" panose="020B0604020202020204" pitchFamily="34" charset="0"/>
              <a:buNone/>
              <a:defRPr sz="2400" b="1" cap="all">
                <a:solidFill>
                  <a:schemeClr val="bg1"/>
                </a:solidFill>
                <a:latin typeface="+mj-lt"/>
              </a:defRPr>
            </a:lvl2pPr>
            <a:lvl3pPr marL="0" indent="0" algn="ctr">
              <a:lnSpc>
                <a:spcPct val="100000"/>
              </a:lnSpc>
              <a:buFont typeface="Arial" panose="020B0604020202020204" pitchFamily="34" charset="0"/>
              <a:buNone/>
              <a:defRPr sz="2400" b="1" cap="all">
                <a:solidFill>
                  <a:schemeClr val="bg1"/>
                </a:solidFill>
                <a:latin typeface="+mj-lt"/>
              </a:defRPr>
            </a:lvl3pPr>
            <a:lvl4pPr marL="0" indent="0" algn="ctr">
              <a:lnSpc>
                <a:spcPct val="100000"/>
              </a:lnSpc>
              <a:buFont typeface="Arial" panose="020B0604020202020204" pitchFamily="34" charset="0"/>
              <a:buNone/>
              <a:defRPr sz="2400" b="1" cap="all">
                <a:solidFill>
                  <a:schemeClr val="bg1"/>
                </a:solidFill>
                <a:latin typeface="+mj-lt"/>
              </a:defRPr>
            </a:lvl4pPr>
            <a:lvl5pPr marL="0" indent="0" algn="ctr">
              <a:lnSpc>
                <a:spcPct val="100000"/>
              </a:lnSpc>
              <a:buFont typeface="Arial" panose="020B0604020202020204" pitchFamily="34" charset="0"/>
              <a:buNone/>
              <a:defRPr sz="2400" b="1" cap="all">
                <a:solidFill>
                  <a:schemeClr val="bg1"/>
                </a:solidFill>
                <a:latin typeface="+mj-lt"/>
              </a:defRPr>
            </a:lvl5pPr>
            <a:lvl6pPr marL="0" indent="0" algn="ctr">
              <a:lnSpc>
                <a:spcPct val="100000"/>
              </a:lnSpc>
              <a:buFont typeface="Arial" panose="020B0604020202020204" pitchFamily="34" charset="0"/>
              <a:buNone/>
              <a:defRPr sz="2400" b="1" cap="all">
                <a:solidFill>
                  <a:schemeClr val="bg1"/>
                </a:solidFill>
                <a:latin typeface="+mj-lt"/>
              </a:defRPr>
            </a:lvl6pPr>
            <a:lvl7pPr marL="0" indent="0" algn="ctr">
              <a:lnSpc>
                <a:spcPct val="100000"/>
              </a:lnSpc>
              <a:buFont typeface="Arial" panose="020B0604020202020204" pitchFamily="34" charset="0"/>
              <a:buNone/>
              <a:defRPr sz="2400" b="1" cap="all">
                <a:solidFill>
                  <a:schemeClr val="bg1"/>
                </a:solidFill>
                <a:latin typeface="+mj-lt"/>
              </a:defRPr>
            </a:lvl7pPr>
            <a:lvl8pPr marL="0" indent="0" algn="ctr">
              <a:lnSpc>
                <a:spcPct val="100000"/>
              </a:lnSpc>
              <a:buFont typeface="Arial" panose="020B0604020202020204" pitchFamily="34" charset="0"/>
              <a:buNone/>
              <a:defRPr sz="2400" b="1" cap="all">
                <a:solidFill>
                  <a:schemeClr val="bg1"/>
                </a:solidFill>
                <a:latin typeface="+mj-lt"/>
              </a:defRPr>
            </a:lvl8pPr>
            <a:lvl9pPr marL="0" indent="0" algn="ctr">
              <a:lnSpc>
                <a:spcPct val="100000"/>
              </a:lnSpc>
              <a:buFont typeface="Arial" panose="020B0604020202020204" pitchFamily="34" charset="0"/>
              <a:buNone/>
              <a:defRPr sz="2400" b="1" cap="all">
                <a:solidFill>
                  <a:schemeClr val="bg1"/>
                </a:solidFill>
                <a:latin typeface="+mj-lt"/>
              </a:defRPr>
            </a:lvl9pPr>
          </a:lstStyle>
          <a:p>
            <a:pPr lvl="0"/>
            <a:r>
              <a:rPr lang="de-DE"/>
              <a:t>Text     </a:t>
            </a:r>
          </a:p>
        </p:txBody>
      </p:sp>
      <p:sp>
        <p:nvSpPr>
          <p:cNvPr id="15" name="Textplatzhalter 14"/>
          <p:cNvSpPr>
            <a:spLocks noGrp="1"/>
          </p:cNvSpPr>
          <p:nvPr>
            <p:ph type="body" sz="quarter" idx="17" hasCustomPrompt="1"/>
          </p:nvPr>
        </p:nvSpPr>
        <p:spPr>
          <a:xfrm>
            <a:off x="4236299" y="4464004"/>
            <a:ext cx="3721623" cy="1439999"/>
          </a:xfrm>
          <a:solidFill>
            <a:schemeClr val="accent6"/>
          </a:solidFill>
        </p:spPr>
        <p:txBody>
          <a:bodyPr anchor="ctr" anchorCtr="0"/>
          <a:lstStyle>
            <a:lvl1pPr marL="0" indent="0" algn="ctr">
              <a:lnSpc>
                <a:spcPts val="2400"/>
              </a:lnSpc>
              <a:spcBef>
                <a:spcPts val="0"/>
              </a:spcBef>
              <a:buNone/>
              <a:defRPr sz="1800" b="1">
                <a:solidFill>
                  <a:schemeClr val="tx1"/>
                </a:solidFill>
                <a:latin typeface="+mj-lt"/>
              </a:defRPr>
            </a:lvl1pPr>
            <a:lvl2pPr marL="0" indent="0" algn="ctr">
              <a:lnSpc>
                <a:spcPts val="2400"/>
              </a:lnSpc>
              <a:buFont typeface="Arial" panose="020B0604020202020204" pitchFamily="34" charset="0"/>
              <a:buNone/>
              <a:defRPr sz="1800" b="1">
                <a:solidFill>
                  <a:schemeClr val="tx1"/>
                </a:solidFill>
                <a:latin typeface="+mj-lt"/>
              </a:defRPr>
            </a:lvl2pPr>
            <a:lvl3pPr marL="0" indent="0" algn="ctr">
              <a:lnSpc>
                <a:spcPts val="2400"/>
              </a:lnSpc>
              <a:buFont typeface="Arial" panose="020B0604020202020204" pitchFamily="34" charset="0"/>
              <a:buNone/>
              <a:defRPr sz="1800" b="1">
                <a:solidFill>
                  <a:schemeClr val="tx1"/>
                </a:solidFill>
                <a:latin typeface="+mj-lt"/>
              </a:defRPr>
            </a:lvl3pPr>
            <a:lvl4pPr marL="0" indent="0" algn="ctr">
              <a:lnSpc>
                <a:spcPts val="2400"/>
              </a:lnSpc>
              <a:buFont typeface="Arial" panose="020B0604020202020204" pitchFamily="34" charset="0"/>
              <a:buNone/>
              <a:defRPr sz="1800" b="1">
                <a:solidFill>
                  <a:schemeClr val="tx1"/>
                </a:solidFill>
                <a:latin typeface="+mj-lt"/>
              </a:defRPr>
            </a:lvl4pPr>
            <a:lvl5pPr marL="0" indent="0" algn="ctr">
              <a:lnSpc>
                <a:spcPts val="2400"/>
              </a:lnSpc>
              <a:buFont typeface="Arial" panose="020B0604020202020204" pitchFamily="34" charset="0"/>
              <a:buNone/>
              <a:defRPr sz="1800" b="1">
                <a:solidFill>
                  <a:schemeClr val="tx1"/>
                </a:solidFill>
                <a:latin typeface="+mj-lt"/>
              </a:defRPr>
            </a:lvl5pPr>
            <a:lvl6pPr marL="0" indent="0" algn="ctr">
              <a:lnSpc>
                <a:spcPts val="2400"/>
              </a:lnSpc>
              <a:buFont typeface="Arial" panose="020B0604020202020204" pitchFamily="34" charset="0"/>
              <a:buNone/>
              <a:defRPr sz="1800" b="1">
                <a:solidFill>
                  <a:schemeClr val="tx1"/>
                </a:solidFill>
                <a:latin typeface="+mj-lt"/>
              </a:defRPr>
            </a:lvl6pPr>
            <a:lvl7pPr marL="0" indent="0" algn="ctr">
              <a:lnSpc>
                <a:spcPts val="2400"/>
              </a:lnSpc>
              <a:buFont typeface="Arial" panose="020B0604020202020204" pitchFamily="34" charset="0"/>
              <a:buNone/>
              <a:defRPr sz="1800" b="1">
                <a:solidFill>
                  <a:schemeClr val="tx1"/>
                </a:solidFill>
                <a:latin typeface="+mj-lt"/>
              </a:defRPr>
            </a:lvl7pPr>
            <a:lvl8pPr marL="0" indent="0" algn="ctr">
              <a:lnSpc>
                <a:spcPts val="2400"/>
              </a:lnSpc>
              <a:buFont typeface="Arial" panose="020B0604020202020204" pitchFamily="34" charset="0"/>
              <a:buNone/>
              <a:defRPr sz="1800" b="1">
                <a:solidFill>
                  <a:schemeClr val="tx1"/>
                </a:solidFill>
                <a:latin typeface="+mj-lt"/>
              </a:defRPr>
            </a:lvl8pPr>
            <a:lvl9pPr marL="0" indent="0" algn="ctr">
              <a:lnSpc>
                <a:spcPts val="2400"/>
              </a:lnSpc>
              <a:buFont typeface="Arial" panose="020B0604020202020204" pitchFamily="34" charset="0"/>
              <a:buNone/>
              <a:defRPr sz="1800" b="1">
                <a:solidFill>
                  <a:schemeClr val="tx1"/>
                </a:solidFill>
                <a:latin typeface="+mj-lt"/>
              </a:defRPr>
            </a:lvl9pPr>
          </a:lstStyle>
          <a:p>
            <a:pPr lvl="0"/>
            <a:r>
              <a:rPr lang="de-DE"/>
              <a:t>Text     </a:t>
            </a:r>
          </a:p>
        </p:txBody>
      </p:sp>
      <p:sp>
        <p:nvSpPr>
          <p:cNvPr id="18" name="Textplatzhalter 17"/>
          <p:cNvSpPr>
            <a:spLocks noGrp="1"/>
          </p:cNvSpPr>
          <p:nvPr>
            <p:ph type="body" sz="quarter" idx="18" hasCustomPrompt="1"/>
          </p:nvPr>
        </p:nvSpPr>
        <p:spPr>
          <a:xfrm>
            <a:off x="3609015" y="4766400"/>
            <a:ext cx="429759" cy="838800"/>
          </a:xfrm>
          <a:blipFill>
            <a:blip r:embed="rId2"/>
            <a:stretch>
              <a:fillRect/>
            </a:stretch>
          </a:blipFill>
        </p:spPr>
        <p:txBody>
          <a:bodyPr/>
          <a:lstStyle>
            <a:lvl1pPr marL="0" indent="0">
              <a:lnSpc>
                <a:spcPct val="100000"/>
              </a:lnSpc>
              <a:buNone/>
              <a:defRPr sz="600" b="0" baseline="0">
                <a:solidFill>
                  <a:schemeClr val="tx1"/>
                </a:solidFill>
                <a:latin typeface="+mn-lt"/>
              </a:defRPr>
            </a:lvl1pPr>
            <a:lvl2pPr marL="0" indent="0">
              <a:lnSpc>
                <a:spcPct val="100000"/>
              </a:lnSpc>
              <a:buFont typeface="Arial" panose="020B0604020202020204" pitchFamily="34" charset="0"/>
              <a:buNone/>
              <a:defRPr sz="600" b="0">
                <a:solidFill>
                  <a:schemeClr val="tx1"/>
                </a:solidFill>
                <a:latin typeface="+mn-lt"/>
              </a:defRPr>
            </a:lvl2pPr>
            <a:lvl3pPr marL="0" indent="0">
              <a:lnSpc>
                <a:spcPct val="100000"/>
              </a:lnSpc>
              <a:buFont typeface="Arial" panose="020B0604020202020204" pitchFamily="34" charset="0"/>
              <a:buNone/>
              <a:defRPr sz="600" b="0">
                <a:solidFill>
                  <a:schemeClr val="tx1"/>
                </a:solidFill>
                <a:latin typeface="+mn-lt"/>
              </a:defRPr>
            </a:lvl3pPr>
            <a:lvl4pPr marL="0" indent="0">
              <a:lnSpc>
                <a:spcPct val="100000"/>
              </a:lnSpc>
              <a:buFont typeface="Arial" panose="020B0604020202020204" pitchFamily="34" charset="0"/>
              <a:buNone/>
              <a:defRPr sz="600" b="0">
                <a:solidFill>
                  <a:schemeClr val="tx1"/>
                </a:solidFill>
                <a:latin typeface="+mn-lt"/>
              </a:defRPr>
            </a:lvl4pPr>
            <a:lvl5pPr marL="0" indent="0">
              <a:lnSpc>
                <a:spcPct val="100000"/>
              </a:lnSpc>
              <a:buFont typeface="Arial" panose="020B0604020202020204" pitchFamily="34" charset="0"/>
              <a:buNone/>
              <a:defRPr sz="600" b="0">
                <a:solidFill>
                  <a:schemeClr val="tx1"/>
                </a:solidFill>
                <a:latin typeface="+mn-lt"/>
              </a:defRPr>
            </a:lvl5pPr>
            <a:lvl6pPr marL="0" indent="0">
              <a:lnSpc>
                <a:spcPct val="100000"/>
              </a:lnSpc>
              <a:buFont typeface="Arial" panose="020B0604020202020204" pitchFamily="34" charset="0"/>
              <a:buNone/>
              <a:defRPr sz="600" b="0">
                <a:solidFill>
                  <a:schemeClr val="tx1"/>
                </a:solidFill>
                <a:latin typeface="+mn-lt"/>
              </a:defRPr>
            </a:lvl6pPr>
            <a:lvl7pPr marL="0" indent="0">
              <a:lnSpc>
                <a:spcPct val="100000"/>
              </a:lnSpc>
              <a:buFont typeface="Arial" panose="020B0604020202020204" pitchFamily="34" charset="0"/>
              <a:buNone/>
              <a:defRPr sz="600" b="0">
                <a:solidFill>
                  <a:schemeClr val="tx1"/>
                </a:solidFill>
                <a:latin typeface="+mn-lt"/>
              </a:defRPr>
            </a:lvl7pPr>
            <a:lvl8pPr marL="0" indent="0">
              <a:lnSpc>
                <a:spcPct val="100000"/>
              </a:lnSpc>
              <a:buFont typeface="Arial" panose="020B0604020202020204" pitchFamily="34" charset="0"/>
              <a:buNone/>
              <a:defRPr sz="600" b="0">
                <a:solidFill>
                  <a:schemeClr val="tx1"/>
                </a:solidFill>
                <a:latin typeface="+mn-lt"/>
              </a:defRPr>
            </a:lvl8pPr>
            <a:lvl9pPr marL="0" indent="0">
              <a:lnSpc>
                <a:spcPct val="100000"/>
              </a:lnSpc>
              <a:buFont typeface="Arial" panose="020B0604020202020204" pitchFamily="34" charset="0"/>
              <a:buNone/>
              <a:defRPr sz="600" b="0">
                <a:solidFill>
                  <a:schemeClr val="tx1"/>
                </a:solidFill>
                <a:latin typeface="+mn-lt"/>
              </a:defRPr>
            </a:lvl9pPr>
          </a:lstStyle>
          <a:p>
            <a:pPr lvl="0"/>
            <a:r>
              <a:rPr lang="de-DE"/>
              <a:t>          </a:t>
            </a:r>
            <a:br>
              <a:rPr lang="de-DE"/>
            </a:br>
            <a:br>
              <a:rPr lang="de-DE"/>
            </a:br>
            <a:br>
              <a:rPr lang="de-DE"/>
            </a:br>
            <a:br>
              <a:rPr lang="de-DE"/>
            </a:br>
            <a:endParaRPr lang="de-DE"/>
          </a:p>
        </p:txBody>
      </p:sp>
      <p:sp>
        <p:nvSpPr>
          <p:cNvPr id="19" name="Textplatzhalter 17"/>
          <p:cNvSpPr>
            <a:spLocks noGrp="1"/>
          </p:cNvSpPr>
          <p:nvPr>
            <p:ph type="body" sz="quarter" idx="19" hasCustomPrompt="1"/>
          </p:nvPr>
        </p:nvSpPr>
        <p:spPr>
          <a:xfrm flipH="1">
            <a:off x="8155448" y="4764600"/>
            <a:ext cx="429759" cy="838800"/>
          </a:xfrm>
          <a:blipFill>
            <a:blip r:embed="rId2"/>
            <a:stretch>
              <a:fillRect/>
            </a:stretch>
          </a:blipFill>
        </p:spPr>
        <p:txBody>
          <a:bodyPr/>
          <a:lstStyle>
            <a:lvl1pPr marL="0" indent="0">
              <a:lnSpc>
                <a:spcPct val="100000"/>
              </a:lnSpc>
              <a:buNone/>
              <a:defRPr sz="600" b="0" baseline="0">
                <a:solidFill>
                  <a:schemeClr val="tx1"/>
                </a:solidFill>
                <a:latin typeface="+mn-lt"/>
              </a:defRPr>
            </a:lvl1pPr>
            <a:lvl2pPr marL="0" indent="0">
              <a:lnSpc>
                <a:spcPct val="100000"/>
              </a:lnSpc>
              <a:buFont typeface="Arial" panose="020B0604020202020204" pitchFamily="34" charset="0"/>
              <a:buNone/>
              <a:defRPr sz="600" b="0">
                <a:solidFill>
                  <a:schemeClr val="tx1"/>
                </a:solidFill>
                <a:latin typeface="+mn-lt"/>
              </a:defRPr>
            </a:lvl2pPr>
            <a:lvl3pPr marL="0" indent="0">
              <a:lnSpc>
                <a:spcPct val="100000"/>
              </a:lnSpc>
              <a:buFont typeface="Arial" panose="020B0604020202020204" pitchFamily="34" charset="0"/>
              <a:buNone/>
              <a:defRPr sz="600" b="0">
                <a:solidFill>
                  <a:schemeClr val="tx1"/>
                </a:solidFill>
                <a:latin typeface="+mn-lt"/>
              </a:defRPr>
            </a:lvl3pPr>
            <a:lvl4pPr marL="0" indent="0">
              <a:lnSpc>
                <a:spcPct val="100000"/>
              </a:lnSpc>
              <a:buFont typeface="Arial" panose="020B0604020202020204" pitchFamily="34" charset="0"/>
              <a:buNone/>
              <a:defRPr sz="600" b="0">
                <a:solidFill>
                  <a:schemeClr val="tx1"/>
                </a:solidFill>
                <a:latin typeface="+mn-lt"/>
              </a:defRPr>
            </a:lvl4pPr>
            <a:lvl5pPr marL="0" indent="0">
              <a:lnSpc>
                <a:spcPct val="100000"/>
              </a:lnSpc>
              <a:buFont typeface="Arial" panose="020B0604020202020204" pitchFamily="34" charset="0"/>
              <a:buNone/>
              <a:defRPr sz="600" b="0">
                <a:solidFill>
                  <a:schemeClr val="tx1"/>
                </a:solidFill>
                <a:latin typeface="+mn-lt"/>
              </a:defRPr>
            </a:lvl5pPr>
            <a:lvl6pPr marL="0" indent="0">
              <a:lnSpc>
                <a:spcPct val="100000"/>
              </a:lnSpc>
              <a:buFont typeface="Arial" panose="020B0604020202020204" pitchFamily="34" charset="0"/>
              <a:buNone/>
              <a:defRPr sz="600" b="0">
                <a:solidFill>
                  <a:schemeClr val="tx1"/>
                </a:solidFill>
                <a:latin typeface="+mn-lt"/>
              </a:defRPr>
            </a:lvl6pPr>
            <a:lvl7pPr marL="0" indent="0">
              <a:lnSpc>
                <a:spcPct val="100000"/>
              </a:lnSpc>
              <a:buFont typeface="Arial" panose="020B0604020202020204" pitchFamily="34" charset="0"/>
              <a:buNone/>
              <a:defRPr sz="600" b="0">
                <a:solidFill>
                  <a:schemeClr val="tx1"/>
                </a:solidFill>
                <a:latin typeface="+mn-lt"/>
              </a:defRPr>
            </a:lvl7pPr>
            <a:lvl8pPr marL="0" indent="0">
              <a:lnSpc>
                <a:spcPct val="100000"/>
              </a:lnSpc>
              <a:buFont typeface="Arial" panose="020B0604020202020204" pitchFamily="34" charset="0"/>
              <a:buNone/>
              <a:defRPr sz="600" b="0">
                <a:solidFill>
                  <a:schemeClr val="tx1"/>
                </a:solidFill>
                <a:latin typeface="+mn-lt"/>
              </a:defRPr>
            </a:lvl8pPr>
            <a:lvl9pPr marL="0" indent="0">
              <a:lnSpc>
                <a:spcPct val="100000"/>
              </a:lnSpc>
              <a:buFont typeface="Arial" panose="020B0604020202020204" pitchFamily="34" charset="0"/>
              <a:buNone/>
              <a:defRPr sz="600" b="0">
                <a:solidFill>
                  <a:schemeClr val="tx1"/>
                </a:solidFill>
                <a:latin typeface="+mn-lt"/>
              </a:defRPr>
            </a:lvl9pPr>
          </a:lstStyle>
          <a:p>
            <a:pPr lvl="0"/>
            <a:r>
              <a:rPr lang="de-DE"/>
              <a:t>          </a:t>
            </a:r>
            <a:br>
              <a:rPr lang="de-DE"/>
            </a:br>
            <a:br>
              <a:rPr lang="de-DE"/>
            </a:br>
            <a:br>
              <a:rPr lang="de-DE"/>
            </a:br>
            <a:br>
              <a:rPr lang="de-DE"/>
            </a:br>
            <a:endParaRPr lang="de-DE"/>
          </a:p>
        </p:txBody>
      </p:sp>
    </p:spTree>
    <p:extLst>
      <p:ext uri="{BB962C8B-B14F-4D97-AF65-F5344CB8AC3E}">
        <p14:creationId xmlns:p14="http://schemas.microsoft.com/office/powerpoint/2010/main" val="3903438176"/>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aktoren">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Headline</a:t>
            </a:r>
          </a:p>
        </p:txBody>
      </p:sp>
      <p:sp>
        <p:nvSpPr>
          <p:cNvPr id="3" name="Datumsplatzhalter 2"/>
          <p:cNvSpPr>
            <a:spLocks noGrp="1"/>
          </p:cNvSpPr>
          <p:nvPr>
            <p:ph type="dt" sz="half" idx="10"/>
          </p:nvPr>
        </p:nvSpPr>
        <p:spPr/>
        <p:txBody>
          <a:bodyPr/>
          <a:lstStyle/>
          <a:p>
            <a:r>
              <a:rPr lang="de-DE"/>
              <a:t>Prof. Dr.-Ing. F. Leitner-Fischer / Daniel Stimac</a:t>
            </a:r>
          </a:p>
        </p:txBody>
      </p:sp>
      <p:sp>
        <p:nvSpPr>
          <p:cNvPr id="4" name="Fußzeilenplatzhalter 3"/>
          <p:cNvSpPr>
            <a:spLocks noGrp="1"/>
          </p:cNvSpPr>
          <p:nvPr>
            <p:ph type="ftr" sz="quarter" idx="11"/>
          </p:nvPr>
        </p:nvSpPr>
        <p:spPr/>
        <p:txBody>
          <a:bodyPr/>
          <a:lstStyle/>
          <a:p>
            <a:r>
              <a:rPr lang="de-DE"/>
              <a:t>Software Engineering</a:t>
            </a:r>
          </a:p>
        </p:txBody>
      </p:sp>
      <p:sp>
        <p:nvSpPr>
          <p:cNvPr id="5" name="Foliennummernplatzhalter 4"/>
          <p:cNvSpPr>
            <a:spLocks noGrp="1"/>
          </p:cNvSpPr>
          <p:nvPr>
            <p:ph type="sldNum" sz="quarter" idx="12"/>
          </p:nvPr>
        </p:nvSpPr>
        <p:spPr/>
        <p:txBody>
          <a:bodyPr/>
          <a:lstStyle/>
          <a:p>
            <a:fld id="{F5A77263-DD59-416C-A906-BA1A9DD16C04}" type="slidenum">
              <a:rPr lang="de-DE" smtClean="0"/>
              <a:pPr/>
              <a:t>‹Nr.›</a:t>
            </a:fld>
            <a:endParaRPr lang="de-DE"/>
          </a:p>
        </p:txBody>
      </p:sp>
      <p:sp>
        <p:nvSpPr>
          <p:cNvPr id="10" name="Textplatzhalter 9"/>
          <p:cNvSpPr>
            <a:spLocks noGrp="1"/>
          </p:cNvSpPr>
          <p:nvPr>
            <p:ph type="body" sz="quarter" idx="13" hasCustomPrompt="1"/>
          </p:nvPr>
        </p:nvSpPr>
        <p:spPr>
          <a:xfrm>
            <a:off x="753185" y="2772000"/>
            <a:ext cx="2113350" cy="2160000"/>
          </a:xfrm>
          <a:blipFill>
            <a:blip r:embed="rId2"/>
            <a:stretch>
              <a:fillRect/>
            </a:stretch>
          </a:blipFill>
        </p:spPr>
        <p:txBody>
          <a:bodyPr lIns="144000" tIns="216000" rIns="36000" bIns="0"/>
          <a:lstStyle>
            <a:lvl1pPr marL="0" indent="0">
              <a:lnSpc>
                <a:spcPts val="2400"/>
              </a:lnSpc>
              <a:spcBef>
                <a:spcPts val="0"/>
              </a:spcBef>
              <a:buNone/>
              <a:defRPr sz="1900" b="0" cap="none">
                <a:solidFill>
                  <a:schemeClr val="bg1"/>
                </a:solidFill>
                <a:latin typeface="+mn-lt"/>
              </a:defRPr>
            </a:lvl1pPr>
            <a:lvl2pPr marL="0" indent="0">
              <a:lnSpc>
                <a:spcPts val="2400"/>
              </a:lnSpc>
              <a:buFont typeface="Arial" panose="020B0604020202020204" pitchFamily="34" charset="0"/>
              <a:buNone/>
              <a:defRPr sz="1600" b="0" cap="none">
                <a:solidFill>
                  <a:schemeClr val="bg1"/>
                </a:solidFill>
                <a:latin typeface="+mn-lt"/>
              </a:defRPr>
            </a:lvl2pPr>
            <a:lvl3pPr marL="0" indent="0">
              <a:lnSpc>
                <a:spcPts val="2400"/>
              </a:lnSpc>
              <a:buFont typeface="Arial" panose="020B0604020202020204" pitchFamily="34" charset="0"/>
              <a:buNone/>
              <a:defRPr sz="1600" b="0" cap="none">
                <a:solidFill>
                  <a:schemeClr val="bg1"/>
                </a:solidFill>
                <a:latin typeface="+mn-lt"/>
              </a:defRPr>
            </a:lvl3pPr>
            <a:lvl4pPr marL="0" indent="0">
              <a:lnSpc>
                <a:spcPts val="2400"/>
              </a:lnSpc>
              <a:buFont typeface="Arial" panose="020B0604020202020204" pitchFamily="34" charset="0"/>
              <a:buNone/>
              <a:defRPr sz="1600" b="0" cap="none">
                <a:solidFill>
                  <a:schemeClr val="bg1"/>
                </a:solidFill>
                <a:latin typeface="+mn-lt"/>
              </a:defRPr>
            </a:lvl4pPr>
            <a:lvl5pPr marL="0" indent="0">
              <a:lnSpc>
                <a:spcPts val="2400"/>
              </a:lnSpc>
              <a:buFont typeface="Arial" panose="020B0604020202020204" pitchFamily="34" charset="0"/>
              <a:buNone/>
              <a:defRPr sz="1600" b="0" cap="none">
                <a:solidFill>
                  <a:schemeClr val="bg1"/>
                </a:solidFill>
                <a:latin typeface="+mn-lt"/>
              </a:defRPr>
            </a:lvl5pPr>
            <a:lvl6pPr marL="0" indent="0">
              <a:lnSpc>
                <a:spcPts val="2400"/>
              </a:lnSpc>
              <a:buFont typeface="Arial" panose="020B0604020202020204" pitchFamily="34" charset="0"/>
              <a:buNone/>
              <a:defRPr sz="1600" b="0" cap="none">
                <a:solidFill>
                  <a:schemeClr val="bg1"/>
                </a:solidFill>
                <a:latin typeface="+mn-lt"/>
              </a:defRPr>
            </a:lvl6pPr>
            <a:lvl7pPr marL="0" indent="0">
              <a:lnSpc>
                <a:spcPts val="2400"/>
              </a:lnSpc>
              <a:buFont typeface="Arial" panose="020B0604020202020204" pitchFamily="34" charset="0"/>
              <a:buNone/>
              <a:defRPr sz="1600" b="0" cap="none">
                <a:solidFill>
                  <a:schemeClr val="bg1"/>
                </a:solidFill>
                <a:latin typeface="+mn-lt"/>
              </a:defRPr>
            </a:lvl7pPr>
            <a:lvl8pPr marL="0" indent="0">
              <a:lnSpc>
                <a:spcPts val="2400"/>
              </a:lnSpc>
              <a:buFont typeface="Arial" panose="020B0604020202020204" pitchFamily="34" charset="0"/>
              <a:buNone/>
              <a:defRPr sz="1600" b="0" cap="none">
                <a:solidFill>
                  <a:schemeClr val="bg1"/>
                </a:solidFill>
                <a:latin typeface="+mn-lt"/>
              </a:defRPr>
            </a:lvl8pPr>
            <a:lvl9pPr marL="0" indent="0">
              <a:lnSpc>
                <a:spcPts val="2400"/>
              </a:lnSpc>
              <a:buFont typeface="Arial" panose="020B0604020202020204" pitchFamily="34" charset="0"/>
              <a:buNone/>
              <a:defRPr sz="1600" b="0" cap="none">
                <a:solidFill>
                  <a:schemeClr val="bg1"/>
                </a:solidFill>
                <a:latin typeface="+mn-lt"/>
              </a:defRPr>
            </a:lvl9pPr>
          </a:lstStyle>
          <a:p>
            <a:pPr lvl="0"/>
            <a:r>
              <a:rPr lang="de-DE"/>
              <a:t>Faktor   // für Fließtext und // Listeebene</a:t>
            </a:r>
          </a:p>
          <a:p>
            <a:pPr lvl="1"/>
            <a:r>
              <a:rPr lang="de-DE"/>
              <a:t>Zweite Ebene</a:t>
            </a:r>
          </a:p>
        </p:txBody>
      </p:sp>
      <p:sp>
        <p:nvSpPr>
          <p:cNvPr id="11" name="Textplatzhalter 9"/>
          <p:cNvSpPr>
            <a:spLocks noGrp="1"/>
          </p:cNvSpPr>
          <p:nvPr>
            <p:ph type="body" sz="quarter" idx="14" hasCustomPrompt="1"/>
          </p:nvPr>
        </p:nvSpPr>
        <p:spPr>
          <a:xfrm>
            <a:off x="3300725" y="2124000"/>
            <a:ext cx="3854538" cy="2577600"/>
          </a:xfrm>
          <a:blipFill>
            <a:blip r:embed="rId3"/>
            <a:stretch>
              <a:fillRect/>
            </a:stretch>
          </a:blipFill>
        </p:spPr>
        <p:txBody>
          <a:bodyPr lIns="216000" tIns="216000" rIns="36000" bIns="0"/>
          <a:lstStyle>
            <a:lvl1pPr marL="0" indent="0">
              <a:lnSpc>
                <a:spcPts val="2400"/>
              </a:lnSpc>
              <a:spcBef>
                <a:spcPts val="0"/>
              </a:spcBef>
              <a:buNone/>
              <a:defRPr sz="1900" b="0" cap="none">
                <a:solidFill>
                  <a:schemeClr val="bg1"/>
                </a:solidFill>
                <a:latin typeface="+mn-lt"/>
              </a:defRPr>
            </a:lvl1pPr>
            <a:lvl2pPr marL="0" indent="0">
              <a:lnSpc>
                <a:spcPts val="2400"/>
              </a:lnSpc>
              <a:buFont typeface="Arial" panose="020B0604020202020204" pitchFamily="34" charset="0"/>
              <a:buNone/>
              <a:defRPr sz="1600" b="0" cap="none">
                <a:solidFill>
                  <a:schemeClr val="bg1"/>
                </a:solidFill>
                <a:latin typeface="+mn-lt"/>
              </a:defRPr>
            </a:lvl2pPr>
            <a:lvl3pPr marL="0" indent="0">
              <a:lnSpc>
                <a:spcPts val="2400"/>
              </a:lnSpc>
              <a:buFont typeface="Arial" panose="020B0604020202020204" pitchFamily="34" charset="0"/>
              <a:buNone/>
              <a:defRPr sz="1600" b="0" cap="none">
                <a:solidFill>
                  <a:schemeClr val="bg1"/>
                </a:solidFill>
                <a:latin typeface="+mn-lt"/>
              </a:defRPr>
            </a:lvl3pPr>
            <a:lvl4pPr marL="0" indent="0">
              <a:lnSpc>
                <a:spcPts val="2400"/>
              </a:lnSpc>
              <a:buFont typeface="Arial" panose="020B0604020202020204" pitchFamily="34" charset="0"/>
              <a:buNone/>
              <a:defRPr sz="1600" b="0" cap="none">
                <a:solidFill>
                  <a:schemeClr val="bg1"/>
                </a:solidFill>
                <a:latin typeface="+mn-lt"/>
              </a:defRPr>
            </a:lvl4pPr>
            <a:lvl5pPr marL="0" indent="0">
              <a:lnSpc>
                <a:spcPts val="2400"/>
              </a:lnSpc>
              <a:buFont typeface="Arial" panose="020B0604020202020204" pitchFamily="34" charset="0"/>
              <a:buNone/>
              <a:defRPr sz="1600" b="0" cap="none">
                <a:solidFill>
                  <a:schemeClr val="bg1"/>
                </a:solidFill>
                <a:latin typeface="+mn-lt"/>
              </a:defRPr>
            </a:lvl5pPr>
            <a:lvl6pPr marL="0" indent="0">
              <a:lnSpc>
                <a:spcPts val="2400"/>
              </a:lnSpc>
              <a:buFont typeface="Arial" panose="020B0604020202020204" pitchFamily="34" charset="0"/>
              <a:buNone/>
              <a:defRPr sz="1600" b="0" cap="none">
                <a:solidFill>
                  <a:schemeClr val="bg1"/>
                </a:solidFill>
                <a:latin typeface="+mn-lt"/>
              </a:defRPr>
            </a:lvl6pPr>
            <a:lvl7pPr marL="0" indent="0">
              <a:lnSpc>
                <a:spcPts val="2400"/>
              </a:lnSpc>
              <a:buFont typeface="Arial" panose="020B0604020202020204" pitchFamily="34" charset="0"/>
              <a:buNone/>
              <a:defRPr sz="1600" b="0" cap="none">
                <a:solidFill>
                  <a:schemeClr val="bg1"/>
                </a:solidFill>
                <a:latin typeface="+mn-lt"/>
              </a:defRPr>
            </a:lvl7pPr>
            <a:lvl8pPr marL="0" indent="0">
              <a:lnSpc>
                <a:spcPts val="2400"/>
              </a:lnSpc>
              <a:buFont typeface="Arial" panose="020B0604020202020204" pitchFamily="34" charset="0"/>
              <a:buNone/>
              <a:defRPr sz="1600" b="0" cap="none">
                <a:solidFill>
                  <a:schemeClr val="bg1"/>
                </a:solidFill>
                <a:latin typeface="+mn-lt"/>
              </a:defRPr>
            </a:lvl8pPr>
            <a:lvl9pPr marL="0" indent="0">
              <a:lnSpc>
                <a:spcPts val="2400"/>
              </a:lnSpc>
              <a:buFont typeface="Arial" panose="020B0604020202020204" pitchFamily="34" charset="0"/>
              <a:buNone/>
              <a:defRPr sz="1600" b="0" cap="none">
                <a:solidFill>
                  <a:schemeClr val="bg1"/>
                </a:solidFill>
                <a:latin typeface="+mn-lt"/>
              </a:defRPr>
            </a:lvl9pPr>
          </a:lstStyle>
          <a:p>
            <a:pPr lvl="0"/>
            <a:r>
              <a:rPr lang="de-DE"/>
              <a:t>Faktor  Aufzählungspunkt einfügen // für Fließtext und erhöhen/verringern</a:t>
            </a:r>
          </a:p>
          <a:p>
            <a:pPr lvl="1"/>
            <a:r>
              <a:rPr lang="de-DE"/>
              <a:t>Zweite Ebene</a:t>
            </a:r>
          </a:p>
        </p:txBody>
      </p:sp>
      <p:sp>
        <p:nvSpPr>
          <p:cNvPr id="12" name="Textplatzhalter 9"/>
          <p:cNvSpPr>
            <a:spLocks noGrp="1"/>
          </p:cNvSpPr>
          <p:nvPr>
            <p:ph type="body" sz="quarter" idx="15" hasCustomPrompt="1"/>
          </p:nvPr>
        </p:nvSpPr>
        <p:spPr>
          <a:xfrm>
            <a:off x="7619466" y="3276000"/>
            <a:ext cx="3819094" cy="2196000"/>
          </a:xfrm>
          <a:blipFill>
            <a:blip r:embed="rId4"/>
            <a:stretch>
              <a:fillRect/>
            </a:stretch>
          </a:blipFill>
        </p:spPr>
        <p:txBody>
          <a:bodyPr lIns="216000" tIns="216000" rIns="36000" bIns="0"/>
          <a:lstStyle>
            <a:lvl1pPr marL="0" indent="0">
              <a:lnSpc>
                <a:spcPts val="2400"/>
              </a:lnSpc>
              <a:spcBef>
                <a:spcPts val="0"/>
              </a:spcBef>
              <a:buNone/>
              <a:defRPr sz="1900" b="0" cap="none">
                <a:solidFill>
                  <a:schemeClr val="bg1"/>
                </a:solidFill>
                <a:latin typeface="+mn-lt"/>
              </a:defRPr>
            </a:lvl1pPr>
            <a:lvl2pPr marL="0" indent="0">
              <a:lnSpc>
                <a:spcPts val="2400"/>
              </a:lnSpc>
              <a:buFont typeface="Arial" panose="020B0604020202020204" pitchFamily="34" charset="0"/>
              <a:buNone/>
              <a:defRPr sz="1600" b="0" cap="none">
                <a:solidFill>
                  <a:schemeClr val="bg1"/>
                </a:solidFill>
                <a:latin typeface="+mn-lt"/>
              </a:defRPr>
            </a:lvl2pPr>
            <a:lvl3pPr marL="0" indent="0">
              <a:lnSpc>
                <a:spcPts val="2400"/>
              </a:lnSpc>
              <a:buFont typeface="Arial" panose="020B0604020202020204" pitchFamily="34" charset="0"/>
              <a:buNone/>
              <a:defRPr sz="1600" b="0" cap="none">
                <a:solidFill>
                  <a:schemeClr val="bg1"/>
                </a:solidFill>
                <a:latin typeface="+mn-lt"/>
              </a:defRPr>
            </a:lvl3pPr>
            <a:lvl4pPr marL="0" indent="0">
              <a:lnSpc>
                <a:spcPts val="2400"/>
              </a:lnSpc>
              <a:buFont typeface="Arial" panose="020B0604020202020204" pitchFamily="34" charset="0"/>
              <a:buNone/>
              <a:defRPr sz="1600" b="0" cap="none">
                <a:solidFill>
                  <a:schemeClr val="bg1"/>
                </a:solidFill>
                <a:latin typeface="+mn-lt"/>
              </a:defRPr>
            </a:lvl4pPr>
            <a:lvl5pPr marL="0" indent="0">
              <a:lnSpc>
                <a:spcPts val="2400"/>
              </a:lnSpc>
              <a:buFont typeface="Arial" panose="020B0604020202020204" pitchFamily="34" charset="0"/>
              <a:buNone/>
              <a:defRPr sz="1600" b="0" cap="none">
                <a:solidFill>
                  <a:schemeClr val="bg1"/>
                </a:solidFill>
                <a:latin typeface="+mn-lt"/>
              </a:defRPr>
            </a:lvl5pPr>
            <a:lvl6pPr marL="0" indent="0">
              <a:lnSpc>
                <a:spcPts val="2400"/>
              </a:lnSpc>
              <a:buFont typeface="Arial" panose="020B0604020202020204" pitchFamily="34" charset="0"/>
              <a:buNone/>
              <a:defRPr sz="1600" b="0" cap="none">
                <a:solidFill>
                  <a:schemeClr val="bg1"/>
                </a:solidFill>
                <a:latin typeface="+mn-lt"/>
              </a:defRPr>
            </a:lvl6pPr>
            <a:lvl7pPr marL="0" indent="0">
              <a:lnSpc>
                <a:spcPts val="2400"/>
              </a:lnSpc>
              <a:buFont typeface="Arial" panose="020B0604020202020204" pitchFamily="34" charset="0"/>
              <a:buNone/>
              <a:defRPr sz="1600" b="0" cap="none">
                <a:solidFill>
                  <a:schemeClr val="bg1"/>
                </a:solidFill>
                <a:latin typeface="+mn-lt"/>
              </a:defRPr>
            </a:lvl7pPr>
            <a:lvl8pPr marL="0" indent="0">
              <a:lnSpc>
                <a:spcPts val="2400"/>
              </a:lnSpc>
              <a:buFont typeface="Arial" panose="020B0604020202020204" pitchFamily="34" charset="0"/>
              <a:buNone/>
              <a:defRPr sz="1600" b="0" cap="none">
                <a:solidFill>
                  <a:schemeClr val="bg1"/>
                </a:solidFill>
                <a:latin typeface="+mn-lt"/>
              </a:defRPr>
            </a:lvl8pPr>
            <a:lvl9pPr marL="0" indent="0">
              <a:lnSpc>
                <a:spcPts val="2400"/>
              </a:lnSpc>
              <a:buFont typeface="Arial" panose="020B0604020202020204" pitchFamily="34" charset="0"/>
              <a:buNone/>
              <a:defRPr sz="1600" b="0" cap="none">
                <a:solidFill>
                  <a:schemeClr val="bg1"/>
                </a:solidFill>
                <a:latin typeface="+mn-lt"/>
              </a:defRPr>
            </a:lvl9pPr>
          </a:lstStyle>
          <a:p>
            <a:pPr lvl="0"/>
            <a:r>
              <a:rPr lang="de-DE"/>
              <a:t>Faktor  Aufzählungspunkt einfügen : Start // Absatz // Listenebene erhöhen/verringern</a:t>
            </a:r>
          </a:p>
          <a:p>
            <a:pPr lvl="1"/>
            <a:r>
              <a:rPr lang="de-DE"/>
              <a:t>Zweite Ebene</a:t>
            </a:r>
          </a:p>
        </p:txBody>
      </p:sp>
      <p:sp>
        <p:nvSpPr>
          <p:cNvPr id="13" name="Textplatzhalter 9"/>
          <p:cNvSpPr>
            <a:spLocks noGrp="1"/>
          </p:cNvSpPr>
          <p:nvPr>
            <p:ph type="body" sz="quarter" idx="16" hasCustomPrompt="1"/>
          </p:nvPr>
        </p:nvSpPr>
        <p:spPr>
          <a:xfrm>
            <a:off x="753183" y="5040000"/>
            <a:ext cx="3101352" cy="720000"/>
          </a:xfrm>
          <a:noFill/>
        </p:spPr>
        <p:txBody>
          <a:bodyPr lIns="0" tIns="0" rIns="0" bIns="0"/>
          <a:lstStyle>
            <a:lvl1pPr marL="0" indent="0">
              <a:lnSpc>
                <a:spcPts val="1900"/>
              </a:lnSpc>
              <a:spcBef>
                <a:spcPts val="0"/>
              </a:spcBef>
              <a:buNone/>
              <a:defRPr sz="1500" b="0" cap="none">
                <a:solidFill>
                  <a:schemeClr val="tx1"/>
                </a:solidFill>
                <a:latin typeface="+mn-lt"/>
              </a:defRPr>
            </a:lvl1pPr>
            <a:lvl2pPr marL="0" indent="0">
              <a:lnSpc>
                <a:spcPts val="1900"/>
              </a:lnSpc>
              <a:buFont typeface="Arial" panose="020B0604020202020204" pitchFamily="34" charset="0"/>
              <a:buNone/>
              <a:defRPr sz="1500" b="0" cap="none">
                <a:solidFill>
                  <a:schemeClr val="tx1"/>
                </a:solidFill>
                <a:latin typeface="+mn-lt"/>
              </a:defRPr>
            </a:lvl2pPr>
            <a:lvl3pPr marL="0" indent="0">
              <a:lnSpc>
                <a:spcPts val="1900"/>
              </a:lnSpc>
              <a:buFont typeface="Arial" panose="020B0604020202020204" pitchFamily="34" charset="0"/>
              <a:buNone/>
              <a:defRPr sz="1500" b="0" cap="none">
                <a:solidFill>
                  <a:schemeClr val="tx1"/>
                </a:solidFill>
                <a:latin typeface="+mn-lt"/>
              </a:defRPr>
            </a:lvl3pPr>
            <a:lvl4pPr marL="0" indent="0">
              <a:lnSpc>
                <a:spcPts val="1900"/>
              </a:lnSpc>
              <a:buFont typeface="Arial" panose="020B0604020202020204" pitchFamily="34" charset="0"/>
              <a:buNone/>
              <a:defRPr sz="1500" b="0" cap="none">
                <a:solidFill>
                  <a:schemeClr val="tx1"/>
                </a:solidFill>
                <a:latin typeface="+mn-lt"/>
              </a:defRPr>
            </a:lvl4pPr>
            <a:lvl5pPr marL="0" indent="0">
              <a:lnSpc>
                <a:spcPts val="1900"/>
              </a:lnSpc>
              <a:buFont typeface="Arial" panose="020B0604020202020204" pitchFamily="34" charset="0"/>
              <a:buNone/>
              <a:defRPr sz="1500" b="0" cap="none">
                <a:solidFill>
                  <a:schemeClr val="tx1"/>
                </a:solidFill>
                <a:latin typeface="+mn-lt"/>
              </a:defRPr>
            </a:lvl5pPr>
            <a:lvl6pPr marL="0" indent="0">
              <a:lnSpc>
                <a:spcPts val="1900"/>
              </a:lnSpc>
              <a:buFont typeface="Arial" panose="020B0604020202020204" pitchFamily="34" charset="0"/>
              <a:buNone/>
              <a:defRPr sz="1500" b="0" cap="none">
                <a:solidFill>
                  <a:schemeClr val="tx1"/>
                </a:solidFill>
                <a:latin typeface="+mn-lt"/>
              </a:defRPr>
            </a:lvl6pPr>
            <a:lvl7pPr marL="0" indent="0">
              <a:lnSpc>
                <a:spcPts val="1900"/>
              </a:lnSpc>
              <a:buFont typeface="Arial" panose="020B0604020202020204" pitchFamily="34" charset="0"/>
              <a:buNone/>
              <a:defRPr sz="1500" b="0" cap="none">
                <a:solidFill>
                  <a:schemeClr val="tx1"/>
                </a:solidFill>
                <a:latin typeface="+mn-lt"/>
              </a:defRPr>
            </a:lvl7pPr>
            <a:lvl8pPr marL="0" indent="0">
              <a:lnSpc>
                <a:spcPts val="1900"/>
              </a:lnSpc>
              <a:buFont typeface="Arial" panose="020B0604020202020204" pitchFamily="34" charset="0"/>
              <a:buNone/>
              <a:defRPr sz="1500" b="0" cap="none">
                <a:solidFill>
                  <a:schemeClr val="tx1"/>
                </a:solidFill>
                <a:latin typeface="+mn-lt"/>
              </a:defRPr>
            </a:lvl8pPr>
            <a:lvl9pPr marL="0" indent="0">
              <a:lnSpc>
                <a:spcPts val="1900"/>
              </a:lnSpc>
              <a:buFont typeface="Arial" panose="020B0604020202020204" pitchFamily="34" charset="0"/>
              <a:buNone/>
              <a:defRPr sz="1500" b="0" cap="none">
                <a:solidFill>
                  <a:schemeClr val="tx1"/>
                </a:solidFill>
                <a:latin typeface="+mn-lt"/>
              </a:defRPr>
            </a:lvl9pPr>
          </a:lstStyle>
          <a:p>
            <a:pPr lvl="0"/>
            <a:r>
              <a:rPr lang="de-DE"/>
              <a:t>Faktorquelle</a:t>
            </a:r>
          </a:p>
        </p:txBody>
      </p:sp>
      <p:sp>
        <p:nvSpPr>
          <p:cNvPr id="14" name="Textplatzhalter 9"/>
          <p:cNvSpPr>
            <a:spLocks noGrp="1"/>
          </p:cNvSpPr>
          <p:nvPr>
            <p:ph type="body" sz="quarter" idx="17" hasCustomPrompt="1"/>
          </p:nvPr>
        </p:nvSpPr>
        <p:spPr>
          <a:xfrm>
            <a:off x="4607723" y="4500000"/>
            <a:ext cx="2547539" cy="720000"/>
          </a:xfrm>
          <a:noFill/>
        </p:spPr>
        <p:txBody>
          <a:bodyPr lIns="0" tIns="0" rIns="0" bIns="0"/>
          <a:lstStyle>
            <a:lvl1pPr marL="0" indent="0">
              <a:lnSpc>
                <a:spcPts val="1900"/>
              </a:lnSpc>
              <a:spcBef>
                <a:spcPts val="0"/>
              </a:spcBef>
              <a:buNone/>
              <a:defRPr sz="1500" b="0" cap="none">
                <a:solidFill>
                  <a:schemeClr val="tx1"/>
                </a:solidFill>
                <a:latin typeface="+mn-lt"/>
              </a:defRPr>
            </a:lvl1pPr>
            <a:lvl2pPr marL="0" indent="0">
              <a:lnSpc>
                <a:spcPts val="1900"/>
              </a:lnSpc>
              <a:buFont typeface="Arial" panose="020B0604020202020204" pitchFamily="34" charset="0"/>
              <a:buNone/>
              <a:defRPr sz="1500" b="0" cap="none">
                <a:solidFill>
                  <a:schemeClr val="tx1"/>
                </a:solidFill>
                <a:latin typeface="+mn-lt"/>
              </a:defRPr>
            </a:lvl2pPr>
            <a:lvl3pPr marL="0" indent="0">
              <a:lnSpc>
                <a:spcPts val="1900"/>
              </a:lnSpc>
              <a:buFont typeface="Arial" panose="020B0604020202020204" pitchFamily="34" charset="0"/>
              <a:buNone/>
              <a:defRPr sz="1500" b="0" cap="none">
                <a:solidFill>
                  <a:schemeClr val="tx1"/>
                </a:solidFill>
                <a:latin typeface="+mn-lt"/>
              </a:defRPr>
            </a:lvl3pPr>
            <a:lvl4pPr marL="0" indent="0">
              <a:lnSpc>
                <a:spcPts val="1900"/>
              </a:lnSpc>
              <a:buFont typeface="Arial" panose="020B0604020202020204" pitchFamily="34" charset="0"/>
              <a:buNone/>
              <a:defRPr sz="1500" b="0" cap="none">
                <a:solidFill>
                  <a:schemeClr val="tx1"/>
                </a:solidFill>
                <a:latin typeface="+mn-lt"/>
              </a:defRPr>
            </a:lvl4pPr>
            <a:lvl5pPr marL="0" indent="0">
              <a:lnSpc>
                <a:spcPts val="1900"/>
              </a:lnSpc>
              <a:buFont typeface="Arial" panose="020B0604020202020204" pitchFamily="34" charset="0"/>
              <a:buNone/>
              <a:defRPr sz="1500" b="0" cap="none">
                <a:solidFill>
                  <a:schemeClr val="tx1"/>
                </a:solidFill>
                <a:latin typeface="+mn-lt"/>
              </a:defRPr>
            </a:lvl5pPr>
            <a:lvl6pPr marL="0" indent="0">
              <a:lnSpc>
                <a:spcPts val="1900"/>
              </a:lnSpc>
              <a:buFont typeface="Arial" panose="020B0604020202020204" pitchFamily="34" charset="0"/>
              <a:buNone/>
              <a:defRPr sz="1500" b="0" cap="none">
                <a:solidFill>
                  <a:schemeClr val="tx1"/>
                </a:solidFill>
                <a:latin typeface="+mn-lt"/>
              </a:defRPr>
            </a:lvl6pPr>
            <a:lvl7pPr marL="0" indent="0">
              <a:lnSpc>
                <a:spcPts val="1900"/>
              </a:lnSpc>
              <a:buFont typeface="Arial" panose="020B0604020202020204" pitchFamily="34" charset="0"/>
              <a:buNone/>
              <a:defRPr sz="1500" b="0" cap="none">
                <a:solidFill>
                  <a:schemeClr val="tx1"/>
                </a:solidFill>
                <a:latin typeface="+mn-lt"/>
              </a:defRPr>
            </a:lvl7pPr>
            <a:lvl8pPr marL="0" indent="0">
              <a:lnSpc>
                <a:spcPts val="1900"/>
              </a:lnSpc>
              <a:buFont typeface="Arial" panose="020B0604020202020204" pitchFamily="34" charset="0"/>
              <a:buNone/>
              <a:defRPr sz="1500" b="0" cap="none">
                <a:solidFill>
                  <a:schemeClr val="tx1"/>
                </a:solidFill>
                <a:latin typeface="+mn-lt"/>
              </a:defRPr>
            </a:lvl8pPr>
            <a:lvl9pPr marL="0" indent="0">
              <a:lnSpc>
                <a:spcPts val="1900"/>
              </a:lnSpc>
              <a:buFont typeface="Arial" panose="020B0604020202020204" pitchFamily="34" charset="0"/>
              <a:buNone/>
              <a:defRPr sz="1500" b="0" cap="none">
                <a:solidFill>
                  <a:schemeClr val="tx1"/>
                </a:solidFill>
                <a:latin typeface="+mn-lt"/>
              </a:defRPr>
            </a:lvl9pPr>
          </a:lstStyle>
          <a:p>
            <a:pPr lvl="0"/>
            <a:r>
              <a:rPr lang="de-DE"/>
              <a:t>Faktorquelle</a:t>
            </a:r>
          </a:p>
        </p:txBody>
      </p:sp>
      <p:sp>
        <p:nvSpPr>
          <p:cNvPr id="15" name="Textplatzhalter 9"/>
          <p:cNvSpPr>
            <a:spLocks noGrp="1"/>
          </p:cNvSpPr>
          <p:nvPr>
            <p:ph type="body" sz="quarter" idx="18" hasCustomPrompt="1"/>
          </p:nvPr>
        </p:nvSpPr>
        <p:spPr>
          <a:xfrm>
            <a:off x="8905311" y="5292000"/>
            <a:ext cx="2535725" cy="720000"/>
          </a:xfrm>
          <a:noFill/>
        </p:spPr>
        <p:txBody>
          <a:bodyPr lIns="0" tIns="0" rIns="0" bIns="0"/>
          <a:lstStyle>
            <a:lvl1pPr marL="0" indent="0">
              <a:lnSpc>
                <a:spcPts val="1900"/>
              </a:lnSpc>
              <a:spcBef>
                <a:spcPts val="0"/>
              </a:spcBef>
              <a:buNone/>
              <a:defRPr sz="1500" b="0" cap="none">
                <a:solidFill>
                  <a:schemeClr val="tx1"/>
                </a:solidFill>
                <a:latin typeface="+mn-lt"/>
              </a:defRPr>
            </a:lvl1pPr>
            <a:lvl2pPr marL="0" indent="0">
              <a:lnSpc>
                <a:spcPts val="1900"/>
              </a:lnSpc>
              <a:buFont typeface="Arial" panose="020B0604020202020204" pitchFamily="34" charset="0"/>
              <a:buNone/>
              <a:defRPr sz="1500" b="0" cap="none">
                <a:solidFill>
                  <a:schemeClr val="tx1"/>
                </a:solidFill>
                <a:latin typeface="+mn-lt"/>
              </a:defRPr>
            </a:lvl2pPr>
            <a:lvl3pPr marL="0" indent="0">
              <a:lnSpc>
                <a:spcPts val="1900"/>
              </a:lnSpc>
              <a:buFont typeface="Arial" panose="020B0604020202020204" pitchFamily="34" charset="0"/>
              <a:buNone/>
              <a:defRPr sz="1500" b="0" cap="none">
                <a:solidFill>
                  <a:schemeClr val="tx1"/>
                </a:solidFill>
                <a:latin typeface="+mn-lt"/>
              </a:defRPr>
            </a:lvl3pPr>
            <a:lvl4pPr marL="0" indent="0">
              <a:lnSpc>
                <a:spcPts val="1900"/>
              </a:lnSpc>
              <a:buFont typeface="Arial" panose="020B0604020202020204" pitchFamily="34" charset="0"/>
              <a:buNone/>
              <a:defRPr sz="1500" b="0" cap="none">
                <a:solidFill>
                  <a:schemeClr val="tx1"/>
                </a:solidFill>
                <a:latin typeface="+mn-lt"/>
              </a:defRPr>
            </a:lvl4pPr>
            <a:lvl5pPr marL="0" indent="0">
              <a:lnSpc>
                <a:spcPts val="1900"/>
              </a:lnSpc>
              <a:buFont typeface="Arial" panose="020B0604020202020204" pitchFamily="34" charset="0"/>
              <a:buNone/>
              <a:defRPr sz="1500" b="0" cap="none">
                <a:solidFill>
                  <a:schemeClr val="tx1"/>
                </a:solidFill>
                <a:latin typeface="+mn-lt"/>
              </a:defRPr>
            </a:lvl5pPr>
            <a:lvl6pPr marL="0" indent="0">
              <a:lnSpc>
                <a:spcPts val="1900"/>
              </a:lnSpc>
              <a:buFont typeface="Arial" panose="020B0604020202020204" pitchFamily="34" charset="0"/>
              <a:buNone/>
              <a:defRPr sz="1500" b="0" cap="none">
                <a:solidFill>
                  <a:schemeClr val="tx1"/>
                </a:solidFill>
                <a:latin typeface="+mn-lt"/>
              </a:defRPr>
            </a:lvl6pPr>
            <a:lvl7pPr marL="0" indent="0">
              <a:lnSpc>
                <a:spcPts val="1900"/>
              </a:lnSpc>
              <a:buFont typeface="Arial" panose="020B0604020202020204" pitchFamily="34" charset="0"/>
              <a:buNone/>
              <a:defRPr sz="1500" b="0" cap="none">
                <a:solidFill>
                  <a:schemeClr val="tx1"/>
                </a:solidFill>
                <a:latin typeface="+mn-lt"/>
              </a:defRPr>
            </a:lvl7pPr>
            <a:lvl8pPr marL="0" indent="0">
              <a:lnSpc>
                <a:spcPts val="1900"/>
              </a:lnSpc>
              <a:buFont typeface="Arial" panose="020B0604020202020204" pitchFamily="34" charset="0"/>
              <a:buNone/>
              <a:defRPr sz="1500" b="0" cap="none">
                <a:solidFill>
                  <a:schemeClr val="tx1"/>
                </a:solidFill>
                <a:latin typeface="+mn-lt"/>
              </a:defRPr>
            </a:lvl8pPr>
            <a:lvl9pPr marL="0" indent="0">
              <a:lnSpc>
                <a:spcPts val="1900"/>
              </a:lnSpc>
              <a:buFont typeface="Arial" panose="020B0604020202020204" pitchFamily="34" charset="0"/>
              <a:buNone/>
              <a:defRPr sz="1500" b="0" cap="none">
                <a:solidFill>
                  <a:schemeClr val="tx1"/>
                </a:solidFill>
                <a:latin typeface="+mn-lt"/>
              </a:defRPr>
            </a:lvl9pPr>
          </a:lstStyle>
          <a:p>
            <a:pPr lvl="0"/>
            <a:r>
              <a:rPr lang="de-DE"/>
              <a:t>Faktorquelle</a:t>
            </a:r>
          </a:p>
        </p:txBody>
      </p:sp>
      <p:sp>
        <p:nvSpPr>
          <p:cNvPr id="7" name="Tabellenplatzhalter 6"/>
          <p:cNvSpPr>
            <a:spLocks noGrp="1"/>
          </p:cNvSpPr>
          <p:nvPr>
            <p:ph type="tbl" sz="quarter" idx="19" hasCustomPrompt="1"/>
          </p:nvPr>
        </p:nvSpPr>
        <p:spPr>
          <a:xfrm>
            <a:off x="753185" y="5730840"/>
            <a:ext cx="252096" cy="219600"/>
          </a:xfrm>
          <a:blipFill>
            <a:blip r:embed="rId5"/>
            <a:stretch>
              <a:fillRect/>
            </a:stretch>
          </a:blipFill>
        </p:spPr>
        <p:txBody>
          <a:bodyPr/>
          <a:lstStyle>
            <a:lvl1pPr marL="0" indent="0">
              <a:lnSpc>
                <a:spcPct val="100000"/>
              </a:lnSpc>
              <a:spcBef>
                <a:spcPts val="0"/>
              </a:spcBef>
              <a:buNone/>
              <a:defRPr sz="400"/>
            </a:lvl1pPr>
          </a:lstStyle>
          <a:p>
            <a:r>
              <a:rPr lang="de-DE"/>
              <a:t>           </a:t>
            </a:r>
          </a:p>
        </p:txBody>
      </p:sp>
      <p:sp>
        <p:nvSpPr>
          <p:cNvPr id="9" name="Textplatzhalter 8"/>
          <p:cNvSpPr>
            <a:spLocks noGrp="1"/>
          </p:cNvSpPr>
          <p:nvPr>
            <p:ph type="body" sz="quarter" idx="20" hasCustomPrompt="1"/>
          </p:nvPr>
        </p:nvSpPr>
        <p:spPr>
          <a:xfrm>
            <a:off x="1151932" y="5724004"/>
            <a:ext cx="10289105" cy="505349"/>
          </a:xfrm>
        </p:spPr>
        <p:txBody>
          <a:bodyPr/>
          <a:lstStyle>
            <a:lvl1pPr marL="0" indent="0">
              <a:lnSpc>
                <a:spcPts val="1900"/>
              </a:lnSpc>
              <a:spcBef>
                <a:spcPts val="0"/>
              </a:spcBef>
              <a:buNone/>
              <a:defRPr sz="1500" b="0" i="0" u="none">
                <a:solidFill>
                  <a:schemeClr val="tx1"/>
                </a:solidFill>
                <a:latin typeface="+mn-lt"/>
              </a:defRPr>
            </a:lvl1pPr>
            <a:lvl2pPr marL="0" indent="0">
              <a:lnSpc>
                <a:spcPts val="1900"/>
              </a:lnSpc>
              <a:spcBef>
                <a:spcPts val="0"/>
              </a:spcBef>
              <a:buFont typeface="Arial" panose="020B0604020202020204" pitchFamily="34" charset="0"/>
              <a:buNone/>
              <a:defRPr sz="1500" b="0" i="0" u="none">
                <a:solidFill>
                  <a:schemeClr val="tx1"/>
                </a:solidFill>
                <a:latin typeface="+mn-lt"/>
              </a:defRPr>
            </a:lvl2pPr>
            <a:lvl3pPr marL="0" indent="0">
              <a:lnSpc>
                <a:spcPts val="1900"/>
              </a:lnSpc>
              <a:spcBef>
                <a:spcPts val="0"/>
              </a:spcBef>
              <a:buFont typeface="Arial" panose="020B0604020202020204" pitchFamily="34" charset="0"/>
              <a:buNone/>
              <a:defRPr sz="1500" b="0" i="0" u="none">
                <a:solidFill>
                  <a:schemeClr val="tx1"/>
                </a:solidFill>
                <a:latin typeface="+mn-lt"/>
              </a:defRPr>
            </a:lvl3pPr>
            <a:lvl4pPr marL="0" indent="0">
              <a:lnSpc>
                <a:spcPts val="1900"/>
              </a:lnSpc>
              <a:spcBef>
                <a:spcPts val="0"/>
              </a:spcBef>
              <a:buFont typeface="Arial" panose="020B0604020202020204" pitchFamily="34" charset="0"/>
              <a:buNone/>
              <a:defRPr sz="1500" b="0" i="0" u="none">
                <a:solidFill>
                  <a:schemeClr val="tx1"/>
                </a:solidFill>
                <a:latin typeface="+mn-lt"/>
              </a:defRPr>
            </a:lvl4pPr>
            <a:lvl5pPr marL="0" indent="0">
              <a:lnSpc>
                <a:spcPts val="1900"/>
              </a:lnSpc>
              <a:spcBef>
                <a:spcPts val="0"/>
              </a:spcBef>
              <a:buNone/>
              <a:defRPr sz="1500" b="0" i="0" u="none">
                <a:solidFill>
                  <a:schemeClr val="tx1"/>
                </a:solidFill>
                <a:latin typeface="+mn-lt"/>
              </a:defRPr>
            </a:lvl5pPr>
            <a:lvl6pPr marL="0" indent="0">
              <a:lnSpc>
                <a:spcPts val="1900"/>
              </a:lnSpc>
              <a:spcBef>
                <a:spcPts val="0"/>
              </a:spcBef>
              <a:buFont typeface="Arial" panose="020B0604020202020204" pitchFamily="34" charset="0"/>
              <a:buNone/>
              <a:defRPr sz="1500" b="0" i="0" u="none">
                <a:solidFill>
                  <a:schemeClr val="tx1"/>
                </a:solidFill>
                <a:latin typeface="+mn-lt"/>
              </a:defRPr>
            </a:lvl6pPr>
            <a:lvl7pPr marL="0" indent="0">
              <a:lnSpc>
                <a:spcPts val="1900"/>
              </a:lnSpc>
              <a:spcBef>
                <a:spcPts val="0"/>
              </a:spcBef>
              <a:buFont typeface="Arial" panose="020B0604020202020204" pitchFamily="34" charset="0"/>
              <a:buNone/>
              <a:defRPr sz="1500" b="0" i="0" u="none">
                <a:solidFill>
                  <a:schemeClr val="tx1"/>
                </a:solidFill>
                <a:latin typeface="+mn-lt"/>
              </a:defRPr>
            </a:lvl7pPr>
            <a:lvl8pPr marL="0" indent="0">
              <a:lnSpc>
                <a:spcPts val="1900"/>
              </a:lnSpc>
              <a:spcBef>
                <a:spcPts val="0"/>
              </a:spcBef>
              <a:buNone/>
              <a:defRPr sz="1500" b="0" i="0" u="none">
                <a:solidFill>
                  <a:schemeClr val="tx1"/>
                </a:solidFill>
                <a:latin typeface="+mn-lt"/>
              </a:defRPr>
            </a:lvl8pPr>
            <a:lvl9pPr marL="0" indent="0">
              <a:lnSpc>
                <a:spcPts val="1900"/>
              </a:lnSpc>
              <a:spcBef>
                <a:spcPts val="0"/>
              </a:spcBef>
              <a:buFont typeface="Arial" panose="020B0604020202020204" pitchFamily="34" charset="0"/>
              <a:buNone/>
              <a:defRPr sz="1500" b="0" i="0" u="none">
                <a:solidFill>
                  <a:schemeClr val="tx1"/>
                </a:solidFill>
                <a:latin typeface="+mn-lt"/>
              </a:defRPr>
            </a:lvl9pPr>
          </a:lstStyle>
          <a:p>
            <a:pPr lvl="0"/>
            <a:r>
              <a:rPr lang="de-DE"/>
              <a:t>Info/URL</a:t>
            </a:r>
          </a:p>
        </p:txBody>
      </p:sp>
    </p:spTree>
    <p:extLst>
      <p:ext uri="{BB962C8B-B14F-4D97-AF65-F5344CB8AC3E}">
        <p14:creationId xmlns:p14="http://schemas.microsoft.com/office/powerpoint/2010/main" val="673915238"/>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artner">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r>
              <a:rPr lang="de-DE"/>
              <a:t>Prof. Dr.-Ing. F. Leitner-Fischer / Daniel Stimac</a:t>
            </a:r>
          </a:p>
        </p:txBody>
      </p:sp>
      <p:sp>
        <p:nvSpPr>
          <p:cNvPr id="4" name="Fußzeilenplatzhalter 3"/>
          <p:cNvSpPr>
            <a:spLocks noGrp="1"/>
          </p:cNvSpPr>
          <p:nvPr>
            <p:ph type="ftr" sz="quarter" idx="11"/>
          </p:nvPr>
        </p:nvSpPr>
        <p:spPr/>
        <p:txBody>
          <a:bodyPr/>
          <a:lstStyle/>
          <a:p>
            <a:r>
              <a:rPr lang="de-DE"/>
              <a:t>Software Engineering</a:t>
            </a:r>
          </a:p>
        </p:txBody>
      </p:sp>
      <p:sp>
        <p:nvSpPr>
          <p:cNvPr id="5" name="Foliennummernplatzhalter 4"/>
          <p:cNvSpPr>
            <a:spLocks noGrp="1"/>
          </p:cNvSpPr>
          <p:nvPr>
            <p:ph type="sldNum" sz="quarter" idx="12"/>
          </p:nvPr>
        </p:nvSpPr>
        <p:spPr/>
        <p:txBody>
          <a:bodyPr/>
          <a:lstStyle/>
          <a:p>
            <a:fld id="{F5A77263-DD59-416C-A906-BA1A9DD16C04}" type="slidenum">
              <a:rPr lang="de-DE" smtClean="0"/>
              <a:pPr/>
              <a:t>‹Nr.›</a:t>
            </a:fld>
            <a:endParaRPr lang="de-DE"/>
          </a:p>
        </p:txBody>
      </p:sp>
      <p:sp>
        <p:nvSpPr>
          <p:cNvPr id="6" name="Titel 5"/>
          <p:cNvSpPr>
            <a:spLocks noGrp="1"/>
          </p:cNvSpPr>
          <p:nvPr>
            <p:ph type="title" hasCustomPrompt="1"/>
          </p:nvPr>
        </p:nvSpPr>
        <p:spPr/>
        <p:txBody>
          <a:bodyPr/>
          <a:lstStyle/>
          <a:p>
            <a:r>
              <a:rPr lang="de-DE"/>
              <a:t>Headline</a:t>
            </a:r>
          </a:p>
        </p:txBody>
      </p:sp>
      <p:sp>
        <p:nvSpPr>
          <p:cNvPr id="9" name="Bildplatzhalter 10"/>
          <p:cNvSpPr>
            <a:spLocks noGrp="1"/>
          </p:cNvSpPr>
          <p:nvPr>
            <p:ph type="pic" sz="quarter" idx="16" hasCustomPrompt="1"/>
          </p:nvPr>
        </p:nvSpPr>
        <p:spPr>
          <a:xfrm>
            <a:off x="753186" y="1980000"/>
            <a:ext cx="1727896" cy="720000"/>
          </a:xfrm>
        </p:spPr>
        <p:txBody>
          <a:bodyPr anchor="ctr" anchorCtr="0"/>
          <a:lstStyle>
            <a:lvl1pPr marL="0" indent="0" algn="ctr">
              <a:lnSpc>
                <a:spcPct val="100000"/>
              </a:lnSpc>
              <a:buNone/>
              <a:defRPr sz="1050" baseline="0"/>
            </a:lvl1pPr>
          </a:lstStyle>
          <a:p>
            <a:r>
              <a:rPr lang="de-DE"/>
              <a:t>Bild einfügen</a:t>
            </a:r>
            <a:br>
              <a:rPr lang="de-DE"/>
            </a:br>
            <a:r>
              <a:rPr lang="de-DE"/>
              <a:t>ggf. anpassen/ beschneiden</a:t>
            </a:r>
          </a:p>
        </p:txBody>
      </p:sp>
      <p:sp>
        <p:nvSpPr>
          <p:cNvPr id="10" name="Bildplatzhalter 10"/>
          <p:cNvSpPr>
            <a:spLocks noGrp="1"/>
          </p:cNvSpPr>
          <p:nvPr>
            <p:ph type="pic" sz="quarter" idx="17" hasCustomPrompt="1"/>
          </p:nvPr>
        </p:nvSpPr>
        <p:spPr>
          <a:xfrm>
            <a:off x="2815585" y="1980000"/>
            <a:ext cx="2082336" cy="720000"/>
          </a:xfrm>
        </p:spPr>
        <p:txBody>
          <a:bodyPr anchor="ctr" anchorCtr="0"/>
          <a:lstStyle>
            <a:lvl1pPr marL="0" indent="0" algn="ctr">
              <a:lnSpc>
                <a:spcPct val="100000"/>
              </a:lnSpc>
              <a:buNone/>
              <a:defRPr sz="1200"/>
            </a:lvl1pPr>
          </a:lstStyle>
          <a:p>
            <a:r>
              <a:rPr lang="de-DE"/>
              <a:t>Bild einfügen</a:t>
            </a:r>
            <a:br>
              <a:rPr lang="de-DE"/>
            </a:br>
            <a:r>
              <a:rPr lang="de-DE"/>
              <a:t>ggf. anpassen/ beschneiden</a:t>
            </a:r>
          </a:p>
        </p:txBody>
      </p:sp>
      <p:sp>
        <p:nvSpPr>
          <p:cNvPr id="11" name="Bildplatzhalter 10"/>
          <p:cNvSpPr>
            <a:spLocks noGrp="1"/>
          </p:cNvSpPr>
          <p:nvPr>
            <p:ph type="pic" sz="quarter" idx="18" hasCustomPrompt="1"/>
          </p:nvPr>
        </p:nvSpPr>
        <p:spPr>
          <a:xfrm>
            <a:off x="5232424" y="1980000"/>
            <a:ext cx="1860811" cy="720000"/>
          </a:xfrm>
        </p:spPr>
        <p:txBody>
          <a:bodyPr anchor="ctr" anchorCtr="0"/>
          <a:lstStyle>
            <a:lvl1pPr marL="0" indent="0" algn="ctr">
              <a:lnSpc>
                <a:spcPct val="100000"/>
              </a:lnSpc>
              <a:buNone/>
              <a:defRPr sz="1200"/>
            </a:lvl1pPr>
          </a:lstStyle>
          <a:p>
            <a:r>
              <a:rPr lang="de-DE"/>
              <a:t>Bild einfügen</a:t>
            </a:r>
            <a:br>
              <a:rPr lang="de-DE"/>
            </a:br>
            <a:r>
              <a:rPr lang="de-DE"/>
              <a:t>ggf. anpassen/ beschneiden</a:t>
            </a:r>
          </a:p>
        </p:txBody>
      </p:sp>
      <p:sp>
        <p:nvSpPr>
          <p:cNvPr id="12" name="Bildplatzhalter 10"/>
          <p:cNvSpPr>
            <a:spLocks noGrp="1"/>
          </p:cNvSpPr>
          <p:nvPr>
            <p:ph type="pic" sz="quarter" idx="19" hasCustomPrompt="1"/>
          </p:nvPr>
        </p:nvSpPr>
        <p:spPr>
          <a:xfrm>
            <a:off x="7427739" y="1980000"/>
            <a:ext cx="2082336" cy="720000"/>
          </a:xfrm>
        </p:spPr>
        <p:txBody>
          <a:bodyPr anchor="ctr" anchorCtr="0"/>
          <a:lstStyle>
            <a:lvl1pPr marL="0" indent="0" algn="ctr">
              <a:lnSpc>
                <a:spcPct val="100000"/>
              </a:lnSpc>
              <a:buNone/>
              <a:defRPr sz="1200"/>
            </a:lvl1pPr>
          </a:lstStyle>
          <a:p>
            <a:r>
              <a:rPr lang="de-DE"/>
              <a:t>Bild einfügen</a:t>
            </a:r>
            <a:br>
              <a:rPr lang="de-DE"/>
            </a:br>
            <a:r>
              <a:rPr lang="de-DE"/>
              <a:t>ggf. anpassen/ beschneiden</a:t>
            </a:r>
          </a:p>
        </p:txBody>
      </p:sp>
      <p:sp>
        <p:nvSpPr>
          <p:cNvPr id="16" name="Bildplatzhalter 10"/>
          <p:cNvSpPr>
            <a:spLocks noGrp="1"/>
          </p:cNvSpPr>
          <p:nvPr>
            <p:ph type="pic" sz="quarter" idx="20" hasCustomPrompt="1"/>
          </p:nvPr>
        </p:nvSpPr>
        <p:spPr>
          <a:xfrm>
            <a:off x="9844579" y="1980000"/>
            <a:ext cx="1594981" cy="720000"/>
          </a:xfrm>
        </p:spPr>
        <p:txBody>
          <a:bodyPr anchor="ctr" anchorCtr="0"/>
          <a:lstStyle>
            <a:lvl1pPr marL="0" indent="0" algn="ctr">
              <a:lnSpc>
                <a:spcPct val="100000"/>
              </a:lnSpc>
              <a:buNone/>
              <a:defRPr sz="1200"/>
            </a:lvl1pPr>
          </a:lstStyle>
          <a:p>
            <a:r>
              <a:rPr lang="de-DE"/>
              <a:t>Bild einfügen</a:t>
            </a:r>
            <a:br>
              <a:rPr lang="de-DE"/>
            </a:br>
            <a:r>
              <a:rPr lang="de-DE"/>
              <a:t>ggf. anpassen/ beschneiden</a:t>
            </a:r>
          </a:p>
        </p:txBody>
      </p:sp>
      <p:sp>
        <p:nvSpPr>
          <p:cNvPr id="17" name="Bildplatzhalter 10"/>
          <p:cNvSpPr>
            <a:spLocks noGrp="1"/>
          </p:cNvSpPr>
          <p:nvPr>
            <p:ph type="pic" sz="quarter" idx="21" hasCustomPrompt="1"/>
          </p:nvPr>
        </p:nvSpPr>
        <p:spPr>
          <a:xfrm>
            <a:off x="753186" y="2808000"/>
            <a:ext cx="1727896" cy="720000"/>
          </a:xfrm>
        </p:spPr>
        <p:txBody>
          <a:bodyPr anchor="ctr" anchorCtr="0"/>
          <a:lstStyle>
            <a:lvl1pPr marL="0" indent="0" algn="ctr">
              <a:lnSpc>
                <a:spcPct val="100000"/>
              </a:lnSpc>
              <a:buNone/>
              <a:defRPr sz="1200"/>
            </a:lvl1pPr>
          </a:lstStyle>
          <a:p>
            <a:r>
              <a:rPr lang="de-DE"/>
              <a:t>Bild einfügen</a:t>
            </a:r>
            <a:br>
              <a:rPr lang="de-DE"/>
            </a:br>
            <a:r>
              <a:rPr lang="de-DE"/>
              <a:t>ggf. anpassen/ beschneiden</a:t>
            </a:r>
          </a:p>
        </p:txBody>
      </p:sp>
      <p:sp>
        <p:nvSpPr>
          <p:cNvPr id="18" name="Bildplatzhalter 10"/>
          <p:cNvSpPr>
            <a:spLocks noGrp="1"/>
          </p:cNvSpPr>
          <p:nvPr>
            <p:ph type="pic" sz="quarter" idx="22" hasCustomPrompt="1"/>
          </p:nvPr>
        </p:nvSpPr>
        <p:spPr>
          <a:xfrm>
            <a:off x="2817800" y="2808000"/>
            <a:ext cx="2082336" cy="720000"/>
          </a:xfrm>
        </p:spPr>
        <p:txBody>
          <a:bodyPr anchor="ctr" anchorCtr="0"/>
          <a:lstStyle>
            <a:lvl1pPr marL="0" indent="0" algn="ctr">
              <a:lnSpc>
                <a:spcPct val="100000"/>
              </a:lnSpc>
              <a:buNone/>
              <a:defRPr sz="1200"/>
            </a:lvl1pPr>
          </a:lstStyle>
          <a:p>
            <a:r>
              <a:rPr lang="de-DE"/>
              <a:t>Bild einfügen</a:t>
            </a:r>
            <a:br>
              <a:rPr lang="de-DE"/>
            </a:br>
            <a:r>
              <a:rPr lang="de-DE"/>
              <a:t>ggf. anpassen/ beschneiden</a:t>
            </a:r>
          </a:p>
        </p:txBody>
      </p:sp>
      <p:sp>
        <p:nvSpPr>
          <p:cNvPr id="19" name="Bildplatzhalter 10"/>
          <p:cNvSpPr>
            <a:spLocks noGrp="1"/>
          </p:cNvSpPr>
          <p:nvPr>
            <p:ph type="pic" sz="quarter" idx="23" hasCustomPrompt="1"/>
          </p:nvPr>
        </p:nvSpPr>
        <p:spPr>
          <a:xfrm>
            <a:off x="5232424" y="2808000"/>
            <a:ext cx="1860811" cy="720000"/>
          </a:xfrm>
        </p:spPr>
        <p:txBody>
          <a:bodyPr anchor="ctr" anchorCtr="0"/>
          <a:lstStyle>
            <a:lvl1pPr marL="0" indent="0" algn="ctr">
              <a:lnSpc>
                <a:spcPct val="100000"/>
              </a:lnSpc>
              <a:buNone/>
              <a:defRPr sz="1200"/>
            </a:lvl1pPr>
          </a:lstStyle>
          <a:p>
            <a:r>
              <a:rPr lang="de-DE"/>
              <a:t>Bild einfügen</a:t>
            </a:r>
            <a:br>
              <a:rPr lang="de-DE"/>
            </a:br>
            <a:r>
              <a:rPr lang="de-DE"/>
              <a:t>ggf. anpassen/ beschneiden</a:t>
            </a:r>
          </a:p>
        </p:txBody>
      </p:sp>
      <p:sp>
        <p:nvSpPr>
          <p:cNvPr id="20" name="Bildplatzhalter 10"/>
          <p:cNvSpPr>
            <a:spLocks noGrp="1"/>
          </p:cNvSpPr>
          <p:nvPr>
            <p:ph type="pic" sz="quarter" idx="24" hasCustomPrompt="1"/>
          </p:nvPr>
        </p:nvSpPr>
        <p:spPr>
          <a:xfrm>
            <a:off x="7429954" y="2808000"/>
            <a:ext cx="2082336" cy="720000"/>
          </a:xfrm>
        </p:spPr>
        <p:txBody>
          <a:bodyPr anchor="ctr" anchorCtr="0"/>
          <a:lstStyle>
            <a:lvl1pPr marL="0" marR="0" indent="0" algn="ctr" defTabSz="958146" rtl="0" eaLnBrk="1" fontAlgn="auto" latinLnBrk="0" hangingPunct="1">
              <a:lnSpc>
                <a:spcPct val="100000"/>
              </a:lnSpc>
              <a:spcBef>
                <a:spcPts val="0"/>
              </a:spcBef>
              <a:spcAft>
                <a:spcPts val="0"/>
              </a:spcAft>
              <a:buClrTx/>
              <a:buSzTx/>
              <a:buFont typeface="Arial" panose="020B0604020202020204" pitchFamily="34" charset="0"/>
              <a:buNone/>
              <a:tabLst/>
              <a:defRPr sz="1200"/>
            </a:lvl1pPr>
          </a:lstStyle>
          <a:p>
            <a:r>
              <a:rPr lang="de-DE"/>
              <a:t>Bild einfügen</a:t>
            </a:r>
            <a:br>
              <a:rPr lang="de-DE"/>
            </a:br>
            <a:r>
              <a:rPr lang="de-DE"/>
              <a:t>ggf. anpassen/ beschneiden</a:t>
            </a:r>
          </a:p>
        </p:txBody>
      </p:sp>
      <p:sp>
        <p:nvSpPr>
          <p:cNvPr id="21" name="Bildplatzhalter 10"/>
          <p:cNvSpPr>
            <a:spLocks noGrp="1"/>
          </p:cNvSpPr>
          <p:nvPr>
            <p:ph type="pic" sz="quarter" idx="25" hasCustomPrompt="1"/>
          </p:nvPr>
        </p:nvSpPr>
        <p:spPr>
          <a:xfrm>
            <a:off x="9844579" y="2808000"/>
            <a:ext cx="1594981" cy="720000"/>
          </a:xfrm>
        </p:spPr>
        <p:txBody>
          <a:bodyPr anchor="ctr" anchorCtr="0"/>
          <a:lstStyle>
            <a:lvl1pPr marL="0" indent="0" algn="ctr">
              <a:lnSpc>
                <a:spcPct val="100000"/>
              </a:lnSpc>
              <a:buNone/>
              <a:defRPr sz="1200"/>
            </a:lvl1pPr>
          </a:lstStyle>
          <a:p>
            <a:r>
              <a:rPr lang="de-DE"/>
              <a:t>Bild einfügen</a:t>
            </a:r>
            <a:br>
              <a:rPr lang="de-DE"/>
            </a:br>
            <a:r>
              <a:rPr lang="de-DE"/>
              <a:t>ggf. anpassen/ beschneiden</a:t>
            </a:r>
          </a:p>
        </p:txBody>
      </p:sp>
      <p:sp>
        <p:nvSpPr>
          <p:cNvPr id="22" name="Bildplatzhalter 10"/>
          <p:cNvSpPr>
            <a:spLocks noGrp="1"/>
          </p:cNvSpPr>
          <p:nvPr>
            <p:ph type="pic" sz="quarter" idx="26" hasCustomPrompt="1"/>
          </p:nvPr>
        </p:nvSpPr>
        <p:spPr>
          <a:xfrm>
            <a:off x="753186" y="3636000"/>
            <a:ext cx="1727896" cy="720000"/>
          </a:xfrm>
        </p:spPr>
        <p:txBody>
          <a:bodyPr anchor="ctr" anchorCtr="0"/>
          <a:lstStyle>
            <a:lvl1pPr marL="0" indent="0" algn="ctr">
              <a:lnSpc>
                <a:spcPct val="100000"/>
              </a:lnSpc>
              <a:buNone/>
              <a:defRPr sz="1200"/>
            </a:lvl1pPr>
          </a:lstStyle>
          <a:p>
            <a:r>
              <a:rPr lang="de-DE"/>
              <a:t>Bild einfügen</a:t>
            </a:r>
            <a:br>
              <a:rPr lang="de-DE"/>
            </a:br>
            <a:r>
              <a:rPr lang="de-DE"/>
              <a:t>ggf. anpassen/ beschneiden</a:t>
            </a:r>
          </a:p>
        </p:txBody>
      </p:sp>
      <p:sp>
        <p:nvSpPr>
          <p:cNvPr id="23" name="Bildplatzhalter 10"/>
          <p:cNvSpPr>
            <a:spLocks noGrp="1"/>
          </p:cNvSpPr>
          <p:nvPr>
            <p:ph type="pic" sz="quarter" idx="27" hasCustomPrompt="1"/>
          </p:nvPr>
        </p:nvSpPr>
        <p:spPr>
          <a:xfrm>
            <a:off x="2817800" y="3636000"/>
            <a:ext cx="2082336" cy="720000"/>
          </a:xfrm>
        </p:spPr>
        <p:txBody>
          <a:bodyPr anchor="ctr" anchorCtr="0"/>
          <a:lstStyle>
            <a:lvl1pPr marL="0" indent="0" algn="ctr">
              <a:lnSpc>
                <a:spcPct val="100000"/>
              </a:lnSpc>
              <a:buNone/>
              <a:defRPr sz="1200"/>
            </a:lvl1pPr>
          </a:lstStyle>
          <a:p>
            <a:r>
              <a:rPr lang="de-DE"/>
              <a:t>Bild einfügen</a:t>
            </a:r>
            <a:br>
              <a:rPr lang="de-DE"/>
            </a:br>
            <a:r>
              <a:rPr lang="de-DE"/>
              <a:t>ggf. anpassen/ beschneiden</a:t>
            </a:r>
          </a:p>
        </p:txBody>
      </p:sp>
      <p:sp>
        <p:nvSpPr>
          <p:cNvPr id="24" name="Bildplatzhalter 10"/>
          <p:cNvSpPr>
            <a:spLocks noGrp="1"/>
          </p:cNvSpPr>
          <p:nvPr>
            <p:ph type="pic" sz="quarter" idx="28" hasCustomPrompt="1"/>
          </p:nvPr>
        </p:nvSpPr>
        <p:spPr>
          <a:xfrm>
            <a:off x="5232424" y="3636000"/>
            <a:ext cx="1860811" cy="720000"/>
          </a:xfrm>
        </p:spPr>
        <p:txBody>
          <a:bodyPr anchor="ctr" anchorCtr="0"/>
          <a:lstStyle>
            <a:lvl1pPr marL="0" indent="0" algn="ctr">
              <a:lnSpc>
                <a:spcPct val="100000"/>
              </a:lnSpc>
              <a:buNone/>
              <a:defRPr sz="1200"/>
            </a:lvl1pPr>
          </a:lstStyle>
          <a:p>
            <a:r>
              <a:rPr lang="de-DE"/>
              <a:t>Bild einfügen</a:t>
            </a:r>
            <a:br>
              <a:rPr lang="de-DE"/>
            </a:br>
            <a:r>
              <a:rPr lang="de-DE"/>
              <a:t>ggf. anpassen/ beschneiden</a:t>
            </a:r>
          </a:p>
        </p:txBody>
      </p:sp>
      <p:sp>
        <p:nvSpPr>
          <p:cNvPr id="25" name="Bildplatzhalter 10"/>
          <p:cNvSpPr>
            <a:spLocks noGrp="1"/>
          </p:cNvSpPr>
          <p:nvPr>
            <p:ph type="pic" sz="quarter" idx="29" hasCustomPrompt="1"/>
          </p:nvPr>
        </p:nvSpPr>
        <p:spPr>
          <a:xfrm>
            <a:off x="7429954" y="3636000"/>
            <a:ext cx="2082336" cy="720000"/>
          </a:xfrm>
        </p:spPr>
        <p:txBody>
          <a:bodyPr anchor="ctr" anchorCtr="0"/>
          <a:lstStyle>
            <a:lvl1pPr marL="0" indent="0" algn="ctr">
              <a:lnSpc>
                <a:spcPct val="100000"/>
              </a:lnSpc>
              <a:buNone/>
              <a:defRPr sz="1200"/>
            </a:lvl1pPr>
          </a:lstStyle>
          <a:p>
            <a:r>
              <a:rPr lang="de-DE"/>
              <a:t>Bild einfügen</a:t>
            </a:r>
            <a:br>
              <a:rPr lang="de-DE"/>
            </a:br>
            <a:r>
              <a:rPr lang="de-DE"/>
              <a:t>ggf. anpassen/ beschneiden</a:t>
            </a:r>
          </a:p>
        </p:txBody>
      </p:sp>
      <p:sp>
        <p:nvSpPr>
          <p:cNvPr id="26" name="Bildplatzhalter 10"/>
          <p:cNvSpPr>
            <a:spLocks noGrp="1"/>
          </p:cNvSpPr>
          <p:nvPr>
            <p:ph type="pic" sz="quarter" idx="30" hasCustomPrompt="1"/>
          </p:nvPr>
        </p:nvSpPr>
        <p:spPr>
          <a:xfrm>
            <a:off x="9844579" y="3636000"/>
            <a:ext cx="1594981" cy="720000"/>
          </a:xfrm>
        </p:spPr>
        <p:txBody>
          <a:bodyPr anchor="ctr" anchorCtr="0"/>
          <a:lstStyle>
            <a:lvl1pPr marL="0" indent="0" algn="ctr">
              <a:lnSpc>
                <a:spcPct val="100000"/>
              </a:lnSpc>
              <a:buNone/>
              <a:defRPr sz="1200"/>
            </a:lvl1pPr>
          </a:lstStyle>
          <a:p>
            <a:r>
              <a:rPr lang="de-DE"/>
              <a:t>Bild einfügen</a:t>
            </a:r>
            <a:br>
              <a:rPr lang="de-DE"/>
            </a:br>
            <a:r>
              <a:rPr lang="de-DE"/>
              <a:t>ggf. anpassen/ beschneiden</a:t>
            </a:r>
          </a:p>
        </p:txBody>
      </p:sp>
      <p:sp>
        <p:nvSpPr>
          <p:cNvPr id="27" name="Bildplatzhalter 10"/>
          <p:cNvSpPr>
            <a:spLocks noGrp="1"/>
          </p:cNvSpPr>
          <p:nvPr>
            <p:ph type="pic" sz="quarter" idx="31" hasCustomPrompt="1"/>
          </p:nvPr>
        </p:nvSpPr>
        <p:spPr>
          <a:xfrm>
            <a:off x="753186" y="4464000"/>
            <a:ext cx="1727896" cy="828000"/>
          </a:xfrm>
        </p:spPr>
        <p:txBody>
          <a:bodyPr anchor="ctr" anchorCtr="0"/>
          <a:lstStyle>
            <a:lvl1pPr marL="0" indent="0" algn="ctr">
              <a:lnSpc>
                <a:spcPct val="100000"/>
              </a:lnSpc>
              <a:buNone/>
              <a:defRPr sz="1200"/>
            </a:lvl1pPr>
          </a:lstStyle>
          <a:p>
            <a:r>
              <a:rPr lang="de-DE"/>
              <a:t>Bild einfügen</a:t>
            </a:r>
            <a:br>
              <a:rPr lang="de-DE"/>
            </a:br>
            <a:r>
              <a:rPr lang="de-DE"/>
              <a:t>ggf. anpassen/ beschneiden</a:t>
            </a:r>
          </a:p>
        </p:txBody>
      </p:sp>
      <p:sp>
        <p:nvSpPr>
          <p:cNvPr id="28" name="Bildplatzhalter 10"/>
          <p:cNvSpPr>
            <a:spLocks noGrp="1"/>
          </p:cNvSpPr>
          <p:nvPr>
            <p:ph type="pic" sz="quarter" idx="32" hasCustomPrompt="1"/>
          </p:nvPr>
        </p:nvSpPr>
        <p:spPr>
          <a:xfrm>
            <a:off x="2817800" y="4464000"/>
            <a:ext cx="2082336" cy="828000"/>
          </a:xfrm>
        </p:spPr>
        <p:txBody>
          <a:bodyPr anchor="ctr" anchorCtr="0"/>
          <a:lstStyle>
            <a:lvl1pPr marL="0" indent="0" algn="ctr">
              <a:lnSpc>
                <a:spcPct val="100000"/>
              </a:lnSpc>
              <a:buNone/>
              <a:defRPr sz="1200"/>
            </a:lvl1pPr>
          </a:lstStyle>
          <a:p>
            <a:r>
              <a:rPr lang="de-DE"/>
              <a:t>Bild einfügen</a:t>
            </a:r>
            <a:br>
              <a:rPr lang="de-DE"/>
            </a:br>
            <a:r>
              <a:rPr lang="de-DE"/>
              <a:t>ggf. anpassen/ beschneiden</a:t>
            </a:r>
          </a:p>
        </p:txBody>
      </p:sp>
      <p:sp>
        <p:nvSpPr>
          <p:cNvPr id="29" name="Bildplatzhalter 10"/>
          <p:cNvSpPr>
            <a:spLocks noGrp="1"/>
          </p:cNvSpPr>
          <p:nvPr>
            <p:ph type="pic" sz="quarter" idx="33" hasCustomPrompt="1"/>
          </p:nvPr>
        </p:nvSpPr>
        <p:spPr>
          <a:xfrm>
            <a:off x="5232424" y="4464000"/>
            <a:ext cx="1860811" cy="828000"/>
          </a:xfrm>
        </p:spPr>
        <p:txBody>
          <a:bodyPr anchor="ctr" anchorCtr="0"/>
          <a:lstStyle>
            <a:lvl1pPr marL="0" indent="0" algn="ctr">
              <a:lnSpc>
                <a:spcPct val="100000"/>
              </a:lnSpc>
              <a:buNone/>
              <a:defRPr sz="1200"/>
            </a:lvl1pPr>
          </a:lstStyle>
          <a:p>
            <a:r>
              <a:rPr lang="de-DE"/>
              <a:t>Bild einfügen</a:t>
            </a:r>
            <a:br>
              <a:rPr lang="de-DE"/>
            </a:br>
            <a:r>
              <a:rPr lang="de-DE"/>
              <a:t>ggf. anpassen/ beschneiden</a:t>
            </a:r>
          </a:p>
        </p:txBody>
      </p:sp>
      <p:sp>
        <p:nvSpPr>
          <p:cNvPr id="30" name="Bildplatzhalter 10"/>
          <p:cNvSpPr>
            <a:spLocks noGrp="1"/>
          </p:cNvSpPr>
          <p:nvPr>
            <p:ph type="pic" sz="quarter" idx="34" hasCustomPrompt="1"/>
          </p:nvPr>
        </p:nvSpPr>
        <p:spPr>
          <a:xfrm>
            <a:off x="7429954" y="4464000"/>
            <a:ext cx="2082336" cy="828000"/>
          </a:xfrm>
        </p:spPr>
        <p:txBody>
          <a:bodyPr anchor="ctr" anchorCtr="0"/>
          <a:lstStyle>
            <a:lvl1pPr marL="0" indent="0" algn="ctr">
              <a:lnSpc>
                <a:spcPct val="100000"/>
              </a:lnSpc>
              <a:buNone/>
              <a:defRPr sz="1200"/>
            </a:lvl1pPr>
          </a:lstStyle>
          <a:p>
            <a:r>
              <a:rPr lang="de-DE"/>
              <a:t>Bild einfügen</a:t>
            </a:r>
            <a:br>
              <a:rPr lang="de-DE"/>
            </a:br>
            <a:r>
              <a:rPr lang="de-DE"/>
              <a:t>ggf. anpassen/ beschneiden</a:t>
            </a:r>
          </a:p>
        </p:txBody>
      </p:sp>
      <p:sp>
        <p:nvSpPr>
          <p:cNvPr id="31" name="Bildplatzhalter 10"/>
          <p:cNvSpPr>
            <a:spLocks noGrp="1"/>
          </p:cNvSpPr>
          <p:nvPr>
            <p:ph type="pic" sz="quarter" idx="35" hasCustomPrompt="1"/>
          </p:nvPr>
        </p:nvSpPr>
        <p:spPr>
          <a:xfrm>
            <a:off x="9844579" y="4464000"/>
            <a:ext cx="1594981" cy="828000"/>
          </a:xfrm>
        </p:spPr>
        <p:txBody>
          <a:bodyPr anchor="ctr" anchorCtr="0"/>
          <a:lstStyle>
            <a:lvl1pPr marL="0" indent="0" algn="ctr">
              <a:lnSpc>
                <a:spcPct val="100000"/>
              </a:lnSpc>
              <a:buNone/>
              <a:defRPr sz="1200"/>
            </a:lvl1pPr>
          </a:lstStyle>
          <a:p>
            <a:r>
              <a:rPr lang="de-DE"/>
              <a:t>Bild einfügen</a:t>
            </a:r>
            <a:br>
              <a:rPr lang="de-DE"/>
            </a:br>
            <a:r>
              <a:rPr lang="de-DE"/>
              <a:t>ggf. anpassen/ beschneiden</a:t>
            </a:r>
          </a:p>
        </p:txBody>
      </p:sp>
      <p:sp>
        <p:nvSpPr>
          <p:cNvPr id="32" name="Bildplatzhalter 10"/>
          <p:cNvSpPr>
            <a:spLocks noGrp="1"/>
          </p:cNvSpPr>
          <p:nvPr>
            <p:ph type="pic" sz="quarter" idx="36" hasCustomPrompt="1"/>
          </p:nvPr>
        </p:nvSpPr>
        <p:spPr>
          <a:xfrm>
            <a:off x="754139" y="5400000"/>
            <a:ext cx="1727896" cy="756000"/>
          </a:xfrm>
        </p:spPr>
        <p:txBody>
          <a:bodyPr anchor="ctr" anchorCtr="0"/>
          <a:lstStyle>
            <a:lvl1pPr marL="0" indent="0" algn="ctr">
              <a:lnSpc>
                <a:spcPct val="100000"/>
              </a:lnSpc>
              <a:buNone/>
              <a:defRPr sz="1200"/>
            </a:lvl1pPr>
          </a:lstStyle>
          <a:p>
            <a:r>
              <a:rPr lang="de-DE"/>
              <a:t>Bild einfügen</a:t>
            </a:r>
            <a:br>
              <a:rPr lang="de-DE"/>
            </a:br>
            <a:r>
              <a:rPr lang="de-DE"/>
              <a:t>ggf. anpassen/ beschneiden</a:t>
            </a:r>
          </a:p>
        </p:txBody>
      </p:sp>
      <p:sp>
        <p:nvSpPr>
          <p:cNvPr id="33" name="Bildplatzhalter 10"/>
          <p:cNvSpPr>
            <a:spLocks noGrp="1"/>
          </p:cNvSpPr>
          <p:nvPr>
            <p:ph type="pic" sz="quarter" idx="37" hasCustomPrompt="1"/>
          </p:nvPr>
        </p:nvSpPr>
        <p:spPr>
          <a:xfrm>
            <a:off x="2816669" y="5400000"/>
            <a:ext cx="2082336" cy="756000"/>
          </a:xfrm>
        </p:spPr>
        <p:txBody>
          <a:bodyPr anchor="ctr" anchorCtr="0"/>
          <a:lstStyle>
            <a:lvl1pPr marL="0" indent="0" algn="ctr">
              <a:lnSpc>
                <a:spcPct val="100000"/>
              </a:lnSpc>
              <a:buNone/>
              <a:defRPr sz="1200"/>
            </a:lvl1pPr>
          </a:lstStyle>
          <a:p>
            <a:r>
              <a:rPr lang="de-DE"/>
              <a:t>Bild einfügen</a:t>
            </a:r>
            <a:br>
              <a:rPr lang="de-DE"/>
            </a:br>
            <a:r>
              <a:rPr lang="de-DE"/>
              <a:t>ggf. anpassen/ beschneiden</a:t>
            </a:r>
          </a:p>
        </p:txBody>
      </p:sp>
      <p:sp>
        <p:nvSpPr>
          <p:cNvPr id="34" name="Bildplatzhalter 10"/>
          <p:cNvSpPr>
            <a:spLocks noGrp="1"/>
          </p:cNvSpPr>
          <p:nvPr>
            <p:ph type="pic" sz="quarter" idx="38" hasCustomPrompt="1"/>
          </p:nvPr>
        </p:nvSpPr>
        <p:spPr>
          <a:xfrm>
            <a:off x="5233639" y="5400000"/>
            <a:ext cx="1860811" cy="756000"/>
          </a:xfrm>
        </p:spPr>
        <p:txBody>
          <a:bodyPr anchor="ctr" anchorCtr="0"/>
          <a:lstStyle>
            <a:lvl1pPr marL="0" indent="0" algn="ctr">
              <a:lnSpc>
                <a:spcPct val="100000"/>
              </a:lnSpc>
              <a:buNone/>
              <a:defRPr sz="1200"/>
            </a:lvl1pPr>
          </a:lstStyle>
          <a:p>
            <a:r>
              <a:rPr lang="de-DE"/>
              <a:t>Bild einfügen</a:t>
            </a:r>
            <a:br>
              <a:rPr lang="de-DE"/>
            </a:br>
            <a:r>
              <a:rPr lang="de-DE"/>
              <a:t>ggf. anpassen/ beschneiden</a:t>
            </a:r>
          </a:p>
        </p:txBody>
      </p:sp>
      <p:sp>
        <p:nvSpPr>
          <p:cNvPr id="35" name="Bildplatzhalter 10"/>
          <p:cNvSpPr>
            <a:spLocks noGrp="1"/>
          </p:cNvSpPr>
          <p:nvPr>
            <p:ph type="pic" sz="quarter" idx="39" hasCustomPrompt="1"/>
          </p:nvPr>
        </p:nvSpPr>
        <p:spPr>
          <a:xfrm>
            <a:off x="7429084" y="5400000"/>
            <a:ext cx="2082336" cy="756000"/>
          </a:xfrm>
        </p:spPr>
        <p:txBody>
          <a:bodyPr anchor="ctr" anchorCtr="0"/>
          <a:lstStyle>
            <a:lvl1pPr marL="0" indent="0" algn="ctr">
              <a:lnSpc>
                <a:spcPct val="100000"/>
              </a:lnSpc>
              <a:buNone/>
              <a:defRPr sz="1200"/>
            </a:lvl1pPr>
          </a:lstStyle>
          <a:p>
            <a:r>
              <a:rPr lang="de-DE"/>
              <a:t>Bild einfügen</a:t>
            </a:r>
            <a:br>
              <a:rPr lang="de-DE"/>
            </a:br>
            <a:r>
              <a:rPr lang="de-DE"/>
              <a:t>ggf. anpassen/ beschneiden</a:t>
            </a:r>
          </a:p>
        </p:txBody>
      </p:sp>
      <p:sp>
        <p:nvSpPr>
          <p:cNvPr id="36" name="Bildplatzhalter 10"/>
          <p:cNvSpPr>
            <a:spLocks noGrp="1"/>
          </p:cNvSpPr>
          <p:nvPr>
            <p:ph type="pic" sz="quarter" idx="40" hasCustomPrompt="1"/>
          </p:nvPr>
        </p:nvSpPr>
        <p:spPr>
          <a:xfrm>
            <a:off x="9846056" y="5400000"/>
            <a:ext cx="1594981" cy="756000"/>
          </a:xfrm>
        </p:spPr>
        <p:txBody>
          <a:bodyPr anchor="ctr" anchorCtr="0"/>
          <a:lstStyle>
            <a:lvl1pPr marL="0" indent="0" algn="ctr">
              <a:lnSpc>
                <a:spcPct val="100000"/>
              </a:lnSpc>
              <a:buNone/>
              <a:defRPr sz="1200"/>
            </a:lvl1pPr>
          </a:lstStyle>
          <a:p>
            <a:r>
              <a:rPr lang="de-DE"/>
              <a:t>Bild einfügen</a:t>
            </a:r>
            <a:br>
              <a:rPr lang="de-DE"/>
            </a:br>
            <a:r>
              <a:rPr lang="de-DE"/>
              <a:t>ggf. anpassen/ beschneiden</a:t>
            </a:r>
          </a:p>
        </p:txBody>
      </p:sp>
      <p:sp>
        <p:nvSpPr>
          <p:cNvPr id="37" name="Regieanweisung // Allgemein"/>
          <p:cNvSpPr txBox="1"/>
          <p:nvPr userDrawn="1"/>
        </p:nvSpPr>
        <p:spPr>
          <a:xfrm rot="10800000" flipH="1" flipV="1">
            <a:off x="12345290" y="3095528"/>
            <a:ext cx="2215252" cy="1260475"/>
          </a:xfrm>
          <a:prstGeom prst="rect">
            <a:avLst/>
          </a:prstGeom>
          <a:noFill/>
          <a:ln w="12700">
            <a:noFill/>
          </a:ln>
        </p:spPr>
        <p:txBody>
          <a:bodyPr vert="horz" wrap="square" lIns="0" tIns="0" rIns="0" bIns="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a:solidFill>
                  <a:schemeClr val="tx1">
                    <a:lumMod val="50000"/>
                  </a:schemeClr>
                </a:solidFill>
                <a:latin typeface="+mn-lt"/>
              </a:rPr>
              <a:t>Logo Zuschneiden </a:t>
            </a:r>
          </a:p>
          <a:p>
            <a:pPr indent="0" algn="l">
              <a:lnSpc>
                <a:spcPct val="100000"/>
              </a:lnSpc>
              <a:spcBef>
                <a:spcPts val="0"/>
              </a:spcBef>
              <a:spcAft>
                <a:spcPts val="0"/>
              </a:spcAft>
            </a:pPr>
            <a:r>
              <a:rPr lang="de-DE" sz="1000" b="0" baseline="0">
                <a:solidFill>
                  <a:schemeClr val="tx1">
                    <a:lumMod val="50000"/>
                  </a:schemeClr>
                </a:solidFill>
                <a:latin typeface="+mn-lt"/>
              </a:rPr>
              <a:t>und/oder Einpassen:</a:t>
            </a:r>
          </a:p>
          <a:p>
            <a:pPr indent="0" algn="l">
              <a:lnSpc>
                <a:spcPct val="100000"/>
              </a:lnSpc>
              <a:spcBef>
                <a:spcPts val="0"/>
              </a:spcBef>
              <a:spcAft>
                <a:spcPts val="0"/>
              </a:spcAft>
            </a:pPr>
            <a:r>
              <a:rPr lang="de-DE" sz="1000" b="1" baseline="0">
                <a:solidFill>
                  <a:schemeClr val="tx1">
                    <a:lumMod val="50000"/>
                  </a:schemeClr>
                </a:solidFill>
                <a:latin typeface="+mn-lt"/>
              </a:rPr>
              <a:t>Bildtools /</a:t>
            </a:r>
            <a:r>
              <a:rPr lang="de-DE" sz="1000" b="0" baseline="0">
                <a:solidFill>
                  <a:schemeClr val="tx1">
                    <a:lumMod val="50000"/>
                  </a:schemeClr>
                </a:solidFill>
                <a:latin typeface="+mn-lt"/>
              </a:rPr>
              <a:t>/ </a:t>
            </a:r>
            <a:r>
              <a:rPr lang="de-DE" sz="1000" b="1" baseline="0">
                <a:solidFill>
                  <a:schemeClr val="tx1">
                    <a:lumMod val="50000"/>
                  </a:schemeClr>
                </a:solidFill>
                <a:latin typeface="+mn-lt"/>
              </a:rPr>
              <a:t>Format /</a:t>
            </a:r>
            <a:r>
              <a:rPr lang="de-DE" sz="1000" b="0" baseline="0">
                <a:solidFill>
                  <a:schemeClr val="tx1">
                    <a:lumMod val="50000"/>
                  </a:schemeClr>
                </a:solidFill>
                <a:latin typeface="+mn-lt"/>
              </a:rPr>
              <a:t>/ </a:t>
            </a:r>
            <a:r>
              <a:rPr lang="de-DE" sz="1000" b="1" baseline="0">
                <a:solidFill>
                  <a:schemeClr val="tx1">
                    <a:lumMod val="50000"/>
                  </a:schemeClr>
                </a:solidFill>
                <a:latin typeface="+mn-lt"/>
              </a:rPr>
              <a:t>Größe // Zuschneiden // Einpassen</a:t>
            </a:r>
            <a:endParaRPr lang="de-DE" sz="1000" b="0" baseline="0">
              <a:solidFill>
                <a:schemeClr val="tx1">
                  <a:lumMod val="50000"/>
                </a:schemeClr>
              </a:solidFill>
              <a:latin typeface="+mn-lt"/>
            </a:endParaRPr>
          </a:p>
        </p:txBody>
      </p:sp>
      <p:pic>
        <p:nvPicPr>
          <p:cNvPr id="2052" name="Picture 4"/>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b="47688"/>
          <a:stretch/>
        </p:blipFill>
        <p:spPr bwMode="auto">
          <a:xfrm>
            <a:off x="12330090" y="4176003"/>
            <a:ext cx="1240541" cy="2137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2" name="Picture 4"/>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41999"/>
          <a:stretch/>
        </p:blipFill>
        <p:spPr bwMode="auto">
          <a:xfrm>
            <a:off x="12330090" y="4464000"/>
            <a:ext cx="1240541" cy="2370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7119383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bsolventen">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r>
              <a:rPr lang="de-DE"/>
              <a:t>Prof. Dr.-Ing. F. Leitner-Fischer / Daniel Stimac</a:t>
            </a:r>
          </a:p>
        </p:txBody>
      </p:sp>
      <p:sp>
        <p:nvSpPr>
          <p:cNvPr id="4" name="Fußzeilenplatzhalter 3"/>
          <p:cNvSpPr>
            <a:spLocks noGrp="1"/>
          </p:cNvSpPr>
          <p:nvPr>
            <p:ph type="ftr" sz="quarter" idx="11"/>
          </p:nvPr>
        </p:nvSpPr>
        <p:spPr/>
        <p:txBody>
          <a:bodyPr/>
          <a:lstStyle/>
          <a:p>
            <a:r>
              <a:rPr lang="de-DE"/>
              <a:t>Software Engineering</a:t>
            </a:r>
          </a:p>
        </p:txBody>
      </p:sp>
      <p:sp>
        <p:nvSpPr>
          <p:cNvPr id="5" name="Foliennummernplatzhalter 4"/>
          <p:cNvSpPr>
            <a:spLocks noGrp="1"/>
          </p:cNvSpPr>
          <p:nvPr>
            <p:ph type="sldNum" sz="quarter" idx="12"/>
          </p:nvPr>
        </p:nvSpPr>
        <p:spPr/>
        <p:txBody>
          <a:bodyPr/>
          <a:lstStyle/>
          <a:p>
            <a:fld id="{F5A77263-DD59-416C-A906-BA1A9DD16C04}" type="slidenum">
              <a:rPr lang="de-DE" smtClean="0"/>
              <a:pPr/>
              <a:t>‹Nr.›</a:t>
            </a:fld>
            <a:endParaRPr lang="de-DE"/>
          </a:p>
        </p:txBody>
      </p:sp>
      <p:sp>
        <p:nvSpPr>
          <p:cNvPr id="6" name="Titel 5"/>
          <p:cNvSpPr>
            <a:spLocks noGrp="1"/>
          </p:cNvSpPr>
          <p:nvPr>
            <p:ph type="title" hasCustomPrompt="1"/>
          </p:nvPr>
        </p:nvSpPr>
        <p:spPr/>
        <p:txBody>
          <a:bodyPr/>
          <a:lstStyle/>
          <a:p>
            <a:r>
              <a:rPr lang="de-DE"/>
              <a:t>Headline</a:t>
            </a:r>
          </a:p>
        </p:txBody>
      </p:sp>
      <p:sp>
        <p:nvSpPr>
          <p:cNvPr id="9" name="Bildplatzhalter 10"/>
          <p:cNvSpPr>
            <a:spLocks noGrp="1"/>
          </p:cNvSpPr>
          <p:nvPr>
            <p:ph type="pic" sz="quarter" idx="16" hasCustomPrompt="1"/>
          </p:nvPr>
        </p:nvSpPr>
        <p:spPr>
          <a:xfrm>
            <a:off x="930405" y="2088000"/>
            <a:ext cx="375264" cy="380880"/>
          </a:xfrm>
          <a:solidFill>
            <a:schemeClr val="bg2"/>
          </a:solidFill>
        </p:spPr>
        <p:txBody>
          <a:bodyPr anchor="ctr" anchorCtr="0"/>
          <a:lstStyle>
            <a:lvl1pPr marL="0" indent="0" algn="ctr">
              <a:lnSpc>
                <a:spcPct val="100000"/>
              </a:lnSpc>
              <a:buNone/>
              <a:defRPr sz="1050" baseline="0"/>
            </a:lvl1pPr>
          </a:lstStyle>
          <a:p>
            <a:r>
              <a:rPr lang="de-DE"/>
              <a:t>    </a:t>
            </a:r>
          </a:p>
        </p:txBody>
      </p:sp>
      <p:sp>
        <p:nvSpPr>
          <p:cNvPr id="11" name="Bildplatzhalter 10"/>
          <p:cNvSpPr>
            <a:spLocks noGrp="1"/>
          </p:cNvSpPr>
          <p:nvPr>
            <p:ph type="pic" sz="quarter" idx="18" hasCustomPrompt="1"/>
          </p:nvPr>
        </p:nvSpPr>
        <p:spPr>
          <a:xfrm>
            <a:off x="4900136" y="2088000"/>
            <a:ext cx="375264" cy="380880"/>
          </a:xfrm>
          <a:solidFill>
            <a:schemeClr val="bg2"/>
          </a:solidFill>
        </p:spPr>
        <p:txBody>
          <a:bodyPr anchor="ctr" anchorCtr="0"/>
          <a:lstStyle>
            <a:lvl1pPr marL="0" indent="0" algn="ctr">
              <a:lnSpc>
                <a:spcPct val="100000"/>
              </a:lnSpc>
              <a:buNone/>
              <a:defRPr sz="1200"/>
            </a:lvl1pPr>
          </a:lstStyle>
          <a:p>
            <a:r>
              <a:rPr lang="de-DE"/>
              <a:t>   </a:t>
            </a:r>
          </a:p>
        </p:txBody>
      </p:sp>
      <p:sp>
        <p:nvSpPr>
          <p:cNvPr id="16" name="Bildplatzhalter 10"/>
          <p:cNvSpPr>
            <a:spLocks noGrp="1"/>
          </p:cNvSpPr>
          <p:nvPr>
            <p:ph type="pic" sz="quarter" idx="20" hasCustomPrompt="1"/>
          </p:nvPr>
        </p:nvSpPr>
        <p:spPr>
          <a:xfrm>
            <a:off x="8869867" y="2088000"/>
            <a:ext cx="375264" cy="380880"/>
          </a:xfrm>
          <a:solidFill>
            <a:schemeClr val="bg2"/>
          </a:solidFill>
        </p:spPr>
        <p:txBody>
          <a:bodyPr anchor="ctr" anchorCtr="0"/>
          <a:lstStyle>
            <a:lvl1pPr marL="0" indent="0" algn="ctr">
              <a:lnSpc>
                <a:spcPct val="100000"/>
              </a:lnSpc>
              <a:buNone/>
              <a:defRPr sz="1200"/>
            </a:lvl1pPr>
          </a:lstStyle>
          <a:p>
            <a:r>
              <a:rPr lang="de-DE"/>
              <a:t>   </a:t>
            </a:r>
          </a:p>
        </p:txBody>
      </p:sp>
      <p:sp>
        <p:nvSpPr>
          <p:cNvPr id="21" name="Bildplatzhalter 10"/>
          <p:cNvSpPr>
            <a:spLocks noGrp="1"/>
          </p:cNvSpPr>
          <p:nvPr>
            <p:ph type="pic" sz="quarter" idx="25" hasCustomPrompt="1"/>
          </p:nvPr>
        </p:nvSpPr>
        <p:spPr>
          <a:xfrm>
            <a:off x="8869867" y="3546000"/>
            <a:ext cx="375264" cy="380880"/>
          </a:xfrm>
          <a:solidFill>
            <a:schemeClr val="bg2"/>
          </a:solidFill>
        </p:spPr>
        <p:txBody>
          <a:bodyPr anchor="ctr" anchorCtr="0"/>
          <a:lstStyle>
            <a:lvl1pPr marL="0" indent="0" algn="ctr">
              <a:lnSpc>
                <a:spcPct val="100000"/>
              </a:lnSpc>
              <a:buNone/>
              <a:defRPr sz="1200"/>
            </a:lvl1pPr>
          </a:lstStyle>
          <a:p>
            <a:r>
              <a:rPr lang="de-DE"/>
              <a:t>   </a:t>
            </a:r>
          </a:p>
        </p:txBody>
      </p:sp>
      <p:sp>
        <p:nvSpPr>
          <p:cNvPr id="22" name="Bildplatzhalter 10"/>
          <p:cNvSpPr>
            <a:spLocks noGrp="1"/>
          </p:cNvSpPr>
          <p:nvPr>
            <p:ph type="pic" sz="quarter" idx="26" hasCustomPrompt="1"/>
          </p:nvPr>
        </p:nvSpPr>
        <p:spPr>
          <a:xfrm>
            <a:off x="930405" y="3546000"/>
            <a:ext cx="375264" cy="380880"/>
          </a:xfrm>
          <a:solidFill>
            <a:schemeClr val="bg2"/>
          </a:solidFill>
        </p:spPr>
        <p:txBody>
          <a:bodyPr anchor="ctr" anchorCtr="0"/>
          <a:lstStyle>
            <a:lvl1pPr marL="0" indent="0" algn="ctr">
              <a:lnSpc>
                <a:spcPct val="100000"/>
              </a:lnSpc>
              <a:buNone/>
              <a:defRPr sz="1200"/>
            </a:lvl1pPr>
          </a:lstStyle>
          <a:p>
            <a:r>
              <a:rPr lang="de-DE"/>
              <a:t>     </a:t>
            </a:r>
          </a:p>
        </p:txBody>
      </p:sp>
      <p:sp>
        <p:nvSpPr>
          <p:cNvPr id="24" name="Bildplatzhalter 10"/>
          <p:cNvSpPr>
            <a:spLocks noGrp="1"/>
          </p:cNvSpPr>
          <p:nvPr>
            <p:ph type="pic" sz="quarter" idx="28" hasCustomPrompt="1"/>
          </p:nvPr>
        </p:nvSpPr>
        <p:spPr>
          <a:xfrm>
            <a:off x="4900136" y="3546000"/>
            <a:ext cx="375264" cy="380880"/>
          </a:xfrm>
          <a:solidFill>
            <a:schemeClr val="bg2"/>
          </a:solidFill>
        </p:spPr>
        <p:txBody>
          <a:bodyPr anchor="ctr" anchorCtr="0"/>
          <a:lstStyle>
            <a:lvl1pPr marL="0" indent="0" algn="ctr">
              <a:lnSpc>
                <a:spcPct val="100000"/>
              </a:lnSpc>
              <a:buNone/>
              <a:defRPr sz="1200"/>
            </a:lvl1pPr>
          </a:lstStyle>
          <a:p>
            <a:r>
              <a:rPr lang="de-DE"/>
              <a:t>    </a:t>
            </a:r>
          </a:p>
        </p:txBody>
      </p:sp>
      <p:sp>
        <p:nvSpPr>
          <p:cNvPr id="26" name="Bildplatzhalter 10"/>
          <p:cNvSpPr>
            <a:spLocks noGrp="1"/>
          </p:cNvSpPr>
          <p:nvPr>
            <p:ph type="pic" sz="quarter" idx="30" hasCustomPrompt="1"/>
          </p:nvPr>
        </p:nvSpPr>
        <p:spPr>
          <a:xfrm>
            <a:off x="8869867" y="5004000"/>
            <a:ext cx="375264" cy="380880"/>
          </a:xfrm>
          <a:solidFill>
            <a:schemeClr val="bg2"/>
          </a:solidFill>
        </p:spPr>
        <p:txBody>
          <a:bodyPr anchor="ctr" anchorCtr="0"/>
          <a:lstStyle>
            <a:lvl1pPr marL="0" indent="0" algn="ctr">
              <a:lnSpc>
                <a:spcPct val="100000"/>
              </a:lnSpc>
              <a:buNone/>
              <a:defRPr sz="1200"/>
            </a:lvl1pPr>
          </a:lstStyle>
          <a:p>
            <a:r>
              <a:rPr lang="de-DE"/>
              <a:t>    </a:t>
            </a:r>
          </a:p>
        </p:txBody>
      </p:sp>
      <p:sp>
        <p:nvSpPr>
          <p:cNvPr id="32" name="Bildplatzhalter 10"/>
          <p:cNvSpPr>
            <a:spLocks noGrp="1"/>
          </p:cNvSpPr>
          <p:nvPr>
            <p:ph type="pic" sz="quarter" idx="36" hasCustomPrompt="1"/>
          </p:nvPr>
        </p:nvSpPr>
        <p:spPr>
          <a:xfrm>
            <a:off x="930405" y="5004000"/>
            <a:ext cx="375264" cy="380880"/>
          </a:xfrm>
          <a:solidFill>
            <a:schemeClr val="bg2"/>
          </a:solidFill>
        </p:spPr>
        <p:txBody>
          <a:bodyPr anchor="ctr" anchorCtr="0"/>
          <a:lstStyle>
            <a:lvl1pPr marL="0" indent="0" algn="ctr">
              <a:lnSpc>
                <a:spcPct val="100000"/>
              </a:lnSpc>
              <a:buNone/>
              <a:defRPr sz="1200"/>
            </a:lvl1pPr>
          </a:lstStyle>
          <a:p>
            <a:r>
              <a:rPr lang="de-DE"/>
              <a:t> </a:t>
            </a:r>
          </a:p>
        </p:txBody>
      </p:sp>
      <p:sp>
        <p:nvSpPr>
          <p:cNvPr id="34" name="Bildplatzhalter 10"/>
          <p:cNvSpPr>
            <a:spLocks noGrp="1"/>
          </p:cNvSpPr>
          <p:nvPr>
            <p:ph type="pic" sz="quarter" idx="38" hasCustomPrompt="1"/>
          </p:nvPr>
        </p:nvSpPr>
        <p:spPr>
          <a:xfrm>
            <a:off x="4900136" y="5004000"/>
            <a:ext cx="375264" cy="380880"/>
          </a:xfrm>
          <a:solidFill>
            <a:schemeClr val="bg2"/>
          </a:solidFill>
        </p:spPr>
        <p:txBody>
          <a:bodyPr anchor="ctr" anchorCtr="0"/>
          <a:lstStyle>
            <a:lvl1pPr marL="0" indent="0" algn="ctr">
              <a:lnSpc>
                <a:spcPct val="100000"/>
              </a:lnSpc>
              <a:buNone/>
              <a:defRPr sz="1200"/>
            </a:lvl1pPr>
          </a:lstStyle>
          <a:p>
            <a:r>
              <a:rPr lang="de-DE"/>
              <a:t>    </a:t>
            </a:r>
          </a:p>
        </p:txBody>
      </p:sp>
      <p:sp>
        <p:nvSpPr>
          <p:cNvPr id="37" name="Regieanweisung // Allgemein"/>
          <p:cNvSpPr txBox="1"/>
          <p:nvPr userDrawn="1"/>
        </p:nvSpPr>
        <p:spPr>
          <a:xfrm rot="10800000" flipH="1" flipV="1">
            <a:off x="12345290" y="3095528"/>
            <a:ext cx="2215252" cy="1260475"/>
          </a:xfrm>
          <a:prstGeom prst="rect">
            <a:avLst/>
          </a:prstGeom>
          <a:noFill/>
          <a:ln w="12700">
            <a:noFill/>
          </a:ln>
        </p:spPr>
        <p:txBody>
          <a:bodyPr vert="horz" wrap="square" lIns="0" tIns="0" rIns="0" bIns="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de-DE" sz="1000" b="0" baseline="0">
                <a:solidFill>
                  <a:schemeClr val="tx1">
                    <a:lumMod val="50000"/>
                  </a:schemeClr>
                </a:solidFill>
                <a:latin typeface="+mn-lt"/>
              </a:rPr>
              <a:t>Logo Zuschneiden </a:t>
            </a:r>
          </a:p>
          <a:p>
            <a:pPr indent="0" algn="l">
              <a:lnSpc>
                <a:spcPct val="100000"/>
              </a:lnSpc>
              <a:spcBef>
                <a:spcPts val="0"/>
              </a:spcBef>
              <a:spcAft>
                <a:spcPts val="0"/>
              </a:spcAft>
            </a:pPr>
            <a:r>
              <a:rPr lang="de-DE" sz="1000" b="0" baseline="0">
                <a:solidFill>
                  <a:schemeClr val="tx1">
                    <a:lumMod val="50000"/>
                  </a:schemeClr>
                </a:solidFill>
                <a:latin typeface="+mn-lt"/>
              </a:rPr>
              <a:t>und/oder Einpassen:</a:t>
            </a:r>
          </a:p>
          <a:p>
            <a:pPr indent="0" algn="l">
              <a:lnSpc>
                <a:spcPct val="100000"/>
              </a:lnSpc>
              <a:spcBef>
                <a:spcPts val="0"/>
              </a:spcBef>
              <a:spcAft>
                <a:spcPts val="0"/>
              </a:spcAft>
            </a:pPr>
            <a:r>
              <a:rPr lang="de-DE" sz="1000" b="1" baseline="0">
                <a:solidFill>
                  <a:schemeClr val="tx1">
                    <a:lumMod val="50000"/>
                  </a:schemeClr>
                </a:solidFill>
                <a:latin typeface="+mn-lt"/>
              </a:rPr>
              <a:t>Bildtools /</a:t>
            </a:r>
            <a:r>
              <a:rPr lang="de-DE" sz="1000" b="0" baseline="0">
                <a:solidFill>
                  <a:schemeClr val="tx1">
                    <a:lumMod val="50000"/>
                  </a:schemeClr>
                </a:solidFill>
                <a:latin typeface="+mn-lt"/>
              </a:rPr>
              <a:t>/ </a:t>
            </a:r>
            <a:r>
              <a:rPr lang="de-DE" sz="1000" b="1" baseline="0">
                <a:solidFill>
                  <a:schemeClr val="tx1">
                    <a:lumMod val="50000"/>
                  </a:schemeClr>
                </a:solidFill>
                <a:latin typeface="+mn-lt"/>
              </a:rPr>
              <a:t>Format /</a:t>
            </a:r>
            <a:r>
              <a:rPr lang="de-DE" sz="1000" b="0" baseline="0">
                <a:solidFill>
                  <a:schemeClr val="tx1">
                    <a:lumMod val="50000"/>
                  </a:schemeClr>
                </a:solidFill>
                <a:latin typeface="+mn-lt"/>
              </a:rPr>
              <a:t>/ </a:t>
            </a:r>
            <a:r>
              <a:rPr lang="de-DE" sz="1000" b="1" baseline="0">
                <a:solidFill>
                  <a:schemeClr val="tx1">
                    <a:lumMod val="50000"/>
                  </a:schemeClr>
                </a:solidFill>
                <a:latin typeface="+mn-lt"/>
              </a:rPr>
              <a:t>Größe // Zuschneiden // Einpassen</a:t>
            </a:r>
            <a:endParaRPr lang="de-DE" sz="1000" b="0" baseline="0">
              <a:solidFill>
                <a:schemeClr val="tx1">
                  <a:lumMod val="50000"/>
                </a:schemeClr>
              </a:solidFill>
              <a:latin typeface="+mn-lt"/>
            </a:endParaRPr>
          </a:p>
        </p:txBody>
      </p:sp>
      <p:pic>
        <p:nvPicPr>
          <p:cNvPr id="2052" name="Picture 4"/>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b="47688"/>
          <a:stretch/>
        </p:blipFill>
        <p:spPr bwMode="auto">
          <a:xfrm>
            <a:off x="12330090" y="4176003"/>
            <a:ext cx="1240541" cy="2137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2" name="Picture 4"/>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41999"/>
          <a:stretch/>
        </p:blipFill>
        <p:spPr bwMode="auto">
          <a:xfrm>
            <a:off x="12330090" y="4464000"/>
            <a:ext cx="1240541" cy="2370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Abgerundetes Rechteck 1"/>
          <p:cNvSpPr/>
          <p:nvPr userDrawn="1"/>
        </p:nvSpPr>
        <p:spPr>
          <a:xfrm>
            <a:off x="753185" y="1944000"/>
            <a:ext cx="2746912" cy="1225440"/>
          </a:xfrm>
          <a:prstGeom prst="roundRect">
            <a:avLst>
              <a:gd name="adj" fmla="val 5696"/>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900"/>
          </a:p>
        </p:txBody>
      </p:sp>
      <p:sp>
        <p:nvSpPr>
          <p:cNvPr id="38" name="Abgerundetes Rechteck 37"/>
          <p:cNvSpPr/>
          <p:nvPr userDrawn="1"/>
        </p:nvSpPr>
        <p:spPr>
          <a:xfrm>
            <a:off x="4722916" y="1944000"/>
            <a:ext cx="2746912" cy="1225440"/>
          </a:xfrm>
          <a:prstGeom prst="roundRect">
            <a:avLst>
              <a:gd name="adj" fmla="val 5696"/>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900"/>
          </a:p>
        </p:txBody>
      </p:sp>
      <p:sp>
        <p:nvSpPr>
          <p:cNvPr id="39" name="Abgerundetes Rechteck 38"/>
          <p:cNvSpPr/>
          <p:nvPr userDrawn="1"/>
        </p:nvSpPr>
        <p:spPr>
          <a:xfrm>
            <a:off x="8692647" y="1944000"/>
            <a:ext cx="2746912" cy="1225440"/>
          </a:xfrm>
          <a:prstGeom prst="roundRect">
            <a:avLst>
              <a:gd name="adj" fmla="val 5696"/>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900"/>
          </a:p>
        </p:txBody>
      </p:sp>
      <p:sp>
        <p:nvSpPr>
          <p:cNvPr id="41" name="Abgerundetes Rechteck 40"/>
          <p:cNvSpPr/>
          <p:nvPr userDrawn="1"/>
        </p:nvSpPr>
        <p:spPr>
          <a:xfrm>
            <a:off x="8692647" y="3402000"/>
            <a:ext cx="2746912" cy="1225440"/>
          </a:xfrm>
          <a:prstGeom prst="roundRect">
            <a:avLst>
              <a:gd name="adj" fmla="val 5696"/>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900"/>
          </a:p>
        </p:txBody>
      </p:sp>
      <p:sp>
        <p:nvSpPr>
          <p:cNvPr id="43" name="Abgerundetes Rechteck 42"/>
          <p:cNvSpPr/>
          <p:nvPr userDrawn="1"/>
        </p:nvSpPr>
        <p:spPr>
          <a:xfrm>
            <a:off x="8692647" y="4860000"/>
            <a:ext cx="2746912" cy="1225440"/>
          </a:xfrm>
          <a:prstGeom prst="roundRect">
            <a:avLst>
              <a:gd name="adj" fmla="val 5696"/>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900"/>
          </a:p>
        </p:txBody>
      </p:sp>
      <p:sp>
        <p:nvSpPr>
          <p:cNvPr id="44" name="Abgerundetes Rechteck 43"/>
          <p:cNvSpPr/>
          <p:nvPr userDrawn="1"/>
        </p:nvSpPr>
        <p:spPr>
          <a:xfrm>
            <a:off x="4722916" y="4860000"/>
            <a:ext cx="2746912" cy="1225440"/>
          </a:xfrm>
          <a:prstGeom prst="roundRect">
            <a:avLst>
              <a:gd name="adj" fmla="val 5696"/>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900"/>
          </a:p>
        </p:txBody>
      </p:sp>
      <p:sp>
        <p:nvSpPr>
          <p:cNvPr id="45" name="Abgerundetes Rechteck 44"/>
          <p:cNvSpPr/>
          <p:nvPr userDrawn="1"/>
        </p:nvSpPr>
        <p:spPr>
          <a:xfrm>
            <a:off x="4722916" y="3402000"/>
            <a:ext cx="2746912" cy="1225440"/>
          </a:xfrm>
          <a:prstGeom prst="roundRect">
            <a:avLst>
              <a:gd name="adj" fmla="val 5696"/>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900"/>
          </a:p>
        </p:txBody>
      </p:sp>
      <p:sp>
        <p:nvSpPr>
          <p:cNvPr id="46" name="Abgerundetes Rechteck 45"/>
          <p:cNvSpPr/>
          <p:nvPr userDrawn="1"/>
        </p:nvSpPr>
        <p:spPr>
          <a:xfrm>
            <a:off x="753185" y="3402000"/>
            <a:ext cx="2746912" cy="1225440"/>
          </a:xfrm>
          <a:prstGeom prst="roundRect">
            <a:avLst>
              <a:gd name="adj" fmla="val 5696"/>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900"/>
          </a:p>
        </p:txBody>
      </p:sp>
      <p:sp>
        <p:nvSpPr>
          <p:cNvPr id="47" name="Abgerundetes Rechteck 46"/>
          <p:cNvSpPr/>
          <p:nvPr userDrawn="1"/>
        </p:nvSpPr>
        <p:spPr>
          <a:xfrm>
            <a:off x="753185" y="4860000"/>
            <a:ext cx="2746912" cy="1225440"/>
          </a:xfrm>
          <a:prstGeom prst="roundRect">
            <a:avLst>
              <a:gd name="adj" fmla="val 5696"/>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900"/>
          </a:p>
        </p:txBody>
      </p:sp>
      <p:sp>
        <p:nvSpPr>
          <p:cNvPr id="8" name="Textplatzhalter 7"/>
          <p:cNvSpPr>
            <a:spLocks noGrp="1"/>
          </p:cNvSpPr>
          <p:nvPr>
            <p:ph type="body" sz="quarter" idx="39" hasCustomPrompt="1"/>
          </p:nvPr>
        </p:nvSpPr>
        <p:spPr>
          <a:xfrm>
            <a:off x="1375228" y="2052000"/>
            <a:ext cx="2038031" cy="416880"/>
          </a:xfrm>
        </p:spPr>
        <p:txBody>
          <a:bodyPr/>
          <a:lstStyle>
            <a:lvl1pPr marL="0" indent="0">
              <a:lnSpc>
                <a:spcPct val="100000"/>
              </a:lnSpc>
              <a:spcBef>
                <a:spcPts val="0"/>
              </a:spcBef>
              <a:buNone/>
              <a:defRPr sz="1300" b="1" baseline="0">
                <a:solidFill>
                  <a:schemeClr val="accent4"/>
                </a:solidFill>
                <a:latin typeface="+mn-lt"/>
              </a:defRPr>
            </a:lvl1pPr>
            <a:lvl2pPr marL="0" indent="0">
              <a:lnSpc>
                <a:spcPct val="100000"/>
              </a:lnSpc>
              <a:spcBef>
                <a:spcPts val="0"/>
              </a:spcBef>
              <a:buFont typeface="Arial" panose="020B0604020202020204" pitchFamily="34" charset="0"/>
              <a:buNone/>
              <a:defRPr sz="1300" b="1">
                <a:solidFill>
                  <a:schemeClr val="accent4"/>
                </a:solidFill>
                <a:latin typeface="+mn-lt"/>
              </a:defRPr>
            </a:lvl2pPr>
            <a:lvl3pPr marL="0" indent="0">
              <a:lnSpc>
                <a:spcPct val="100000"/>
              </a:lnSpc>
              <a:spcBef>
                <a:spcPts val="0"/>
              </a:spcBef>
              <a:buFont typeface="Arial" panose="020B0604020202020204" pitchFamily="34" charset="0"/>
              <a:buNone/>
              <a:defRPr sz="1300" b="1">
                <a:solidFill>
                  <a:schemeClr val="accent4"/>
                </a:solidFill>
                <a:latin typeface="+mn-lt"/>
              </a:defRPr>
            </a:lvl3pPr>
            <a:lvl4pPr marL="0" indent="0">
              <a:lnSpc>
                <a:spcPct val="100000"/>
              </a:lnSpc>
              <a:spcBef>
                <a:spcPts val="0"/>
              </a:spcBef>
              <a:buFont typeface="Arial" panose="020B0604020202020204" pitchFamily="34" charset="0"/>
              <a:buNone/>
              <a:defRPr sz="1300" b="1">
                <a:solidFill>
                  <a:schemeClr val="accent4"/>
                </a:solidFill>
                <a:latin typeface="+mn-lt"/>
              </a:defRPr>
            </a:lvl4pPr>
            <a:lvl5pPr marL="0" indent="0">
              <a:lnSpc>
                <a:spcPct val="100000"/>
              </a:lnSpc>
              <a:spcBef>
                <a:spcPts val="0"/>
              </a:spcBef>
              <a:buNone/>
              <a:defRPr sz="1300" b="1">
                <a:solidFill>
                  <a:schemeClr val="accent4"/>
                </a:solidFill>
                <a:latin typeface="+mn-lt"/>
              </a:defRPr>
            </a:lvl5pPr>
            <a:lvl6pPr marL="0" indent="0">
              <a:lnSpc>
                <a:spcPct val="100000"/>
              </a:lnSpc>
              <a:spcBef>
                <a:spcPts val="0"/>
              </a:spcBef>
              <a:buFont typeface="Arial" panose="020B0604020202020204" pitchFamily="34" charset="0"/>
              <a:buNone/>
              <a:defRPr sz="1300" b="1">
                <a:solidFill>
                  <a:schemeClr val="accent4"/>
                </a:solidFill>
                <a:latin typeface="+mn-lt"/>
              </a:defRPr>
            </a:lvl6pPr>
            <a:lvl7pPr marL="0" indent="0">
              <a:lnSpc>
                <a:spcPct val="100000"/>
              </a:lnSpc>
              <a:spcBef>
                <a:spcPts val="0"/>
              </a:spcBef>
              <a:buFont typeface="Arial" panose="020B0604020202020204" pitchFamily="34" charset="0"/>
              <a:buNone/>
              <a:defRPr sz="1300" b="1">
                <a:solidFill>
                  <a:schemeClr val="accent4"/>
                </a:solidFill>
                <a:latin typeface="+mn-lt"/>
              </a:defRPr>
            </a:lvl7pPr>
            <a:lvl8pPr marL="0" indent="0">
              <a:lnSpc>
                <a:spcPct val="100000"/>
              </a:lnSpc>
              <a:spcBef>
                <a:spcPts val="0"/>
              </a:spcBef>
              <a:buNone/>
              <a:defRPr sz="1300" b="1">
                <a:solidFill>
                  <a:schemeClr val="accent4"/>
                </a:solidFill>
                <a:latin typeface="+mn-lt"/>
              </a:defRPr>
            </a:lvl8pPr>
            <a:lvl9pPr marL="0" indent="0">
              <a:lnSpc>
                <a:spcPct val="100000"/>
              </a:lnSpc>
              <a:spcBef>
                <a:spcPts val="0"/>
              </a:spcBef>
              <a:buFont typeface="Arial" panose="020B0604020202020204" pitchFamily="34" charset="0"/>
              <a:buNone/>
              <a:defRPr sz="1300" b="1">
                <a:solidFill>
                  <a:schemeClr val="accent4"/>
                </a:solidFill>
                <a:latin typeface="+mn-lt"/>
              </a:defRPr>
            </a:lvl9pPr>
          </a:lstStyle>
          <a:p>
            <a:pPr lvl="0"/>
            <a:r>
              <a:rPr lang="de-DE"/>
              <a:t>Vorname Nachname</a:t>
            </a:r>
          </a:p>
        </p:txBody>
      </p:sp>
      <p:sp>
        <p:nvSpPr>
          <p:cNvPr id="52" name="Textplatzhalter 7"/>
          <p:cNvSpPr>
            <a:spLocks noGrp="1"/>
          </p:cNvSpPr>
          <p:nvPr>
            <p:ph type="body" sz="quarter" idx="40" hasCustomPrompt="1"/>
          </p:nvPr>
        </p:nvSpPr>
        <p:spPr>
          <a:xfrm>
            <a:off x="1375228" y="3510000"/>
            <a:ext cx="2038031" cy="416880"/>
          </a:xfrm>
        </p:spPr>
        <p:txBody>
          <a:bodyPr/>
          <a:lstStyle>
            <a:lvl1pPr marL="0" indent="0">
              <a:lnSpc>
                <a:spcPct val="100000"/>
              </a:lnSpc>
              <a:spcBef>
                <a:spcPts val="0"/>
              </a:spcBef>
              <a:buNone/>
              <a:defRPr sz="1300" b="1" baseline="0">
                <a:solidFill>
                  <a:schemeClr val="accent4"/>
                </a:solidFill>
                <a:latin typeface="+mn-lt"/>
              </a:defRPr>
            </a:lvl1pPr>
            <a:lvl2pPr marL="0" indent="0">
              <a:lnSpc>
                <a:spcPct val="100000"/>
              </a:lnSpc>
              <a:spcBef>
                <a:spcPts val="0"/>
              </a:spcBef>
              <a:buFont typeface="Arial" panose="020B0604020202020204" pitchFamily="34" charset="0"/>
              <a:buNone/>
              <a:defRPr sz="1300" b="1">
                <a:solidFill>
                  <a:schemeClr val="accent4"/>
                </a:solidFill>
                <a:latin typeface="+mn-lt"/>
              </a:defRPr>
            </a:lvl2pPr>
            <a:lvl3pPr marL="0" indent="0">
              <a:lnSpc>
                <a:spcPct val="100000"/>
              </a:lnSpc>
              <a:spcBef>
                <a:spcPts val="0"/>
              </a:spcBef>
              <a:buFont typeface="Arial" panose="020B0604020202020204" pitchFamily="34" charset="0"/>
              <a:buNone/>
              <a:defRPr sz="1300" b="1">
                <a:solidFill>
                  <a:schemeClr val="accent4"/>
                </a:solidFill>
                <a:latin typeface="+mn-lt"/>
              </a:defRPr>
            </a:lvl3pPr>
            <a:lvl4pPr marL="0" indent="0">
              <a:lnSpc>
                <a:spcPct val="100000"/>
              </a:lnSpc>
              <a:spcBef>
                <a:spcPts val="0"/>
              </a:spcBef>
              <a:buFont typeface="Arial" panose="020B0604020202020204" pitchFamily="34" charset="0"/>
              <a:buNone/>
              <a:defRPr sz="1300" b="1">
                <a:solidFill>
                  <a:schemeClr val="accent4"/>
                </a:solidFill>
                <a:latin typeface="+mn-lt"/>
              </a:defRPr>
            </a:lvl4pPr>
            <a:lvl5pPr marL="0" indent="0">
              <a:lnSpc>
                <a:spcPct val="100000"/>
              </a:lnSpc>
              <a:spcBef>
                <a:spcPts val="0"/>
              </a:spcBef>
              <a:buNone/>
              <a:defRPr sz="1300" b="1">
                <a:solidFill>
                  <a:schemeClr val="accent4"/>
                </a:solidFill>
                <a:latin typeface="+mn-lt"/>
              </a:defRPr>
            </a:lvl5pPr>
            <a:lvl6pPr marL="0" indent="0">
              <a:lnSpc>
                <a:spcPct val="100000"/>
              </a:lnSpc>
              <a:spcBef>
                <a:spcPts val="0"/>
              </a:spcBef>
              <a:buFont typeface="Arial" panose="020B0604020202020204" pitchFamily="34" charset="0"/>
              <a:buNone/>
              <a:defRPr sz="1300" b="1">
                <a:solidFill>
                  <a:schemeClr val="accent4"/>
                </a:solidFill>
                <a:latin typeface="+mn-lt"/>
              </a:defRPr>
            </a:lvl6pPr>
            <a:lvl7pPr marL="0" indent="0">
              <a:lnSpc>
                <a:spcPct val="100000"/>
              </a:lnSpc>
              <a:spcBef>
                <a:spcPts val="0"/>
              </a:spcBef>
              <a:buFont typeface="Arial" panose="020B0604020202020204" pitchFamily="34" charset="0"/>
              <a:buNone/>
              <a:defRPr sz="1300" b="1">
                <a:solidFill>
                  <a:schemeClr val="accent4"/>
                </a:solidFill>
                <a:latin typeface="+mn-lt"/>
              </a:defRPr>
            </a:lvl7pPr>
            <a:lvl8pPr marL="0" indent="0">
              <a:lnSpc>
                <a:spcPct val="100000"/>
              </a:lnSpc>
              <a:spcBef>
                <a:spcPts val="0"/>
              </a:spcBef>
              <a:buNone/>
              <a:defRPr sz="1300" b="1">
                <a:solidFill>
                  <a:schemeClr val="accent4"/>
                </a:solidFill>
                <a:latin typeface="+mn-lt"/>
              </a:defRPr>
            </a:lvl8pPr>
            <a:lvl9pPr marL="0" indent="0">
              <a:lnSpc>
                <a:spcPct val="100000"/>
              </a:lnSpc>
              <a:spcBef>
                <a:spcPts val="0"/>
              </a:spcBef>
              <a:buFont typeface="Arial" panose="020B0604020202020204" pitchFamily="34" charset="0"/>
              <a:buNone/>
              <a:defRPr sz="1300" b="1">
                <a:solidFill>
                  <a:schemeClr val="accent4"/>
                </a:solidFill>
                <a:latin typeface="+mn-lt"/>
              </a:defRPr>
            </a:lvl9pPr>
          </a:lstStyle>
          <a:p>
            <a:pPr lvl="0"/>
            <a:r>
              <a:rPr lang="de-DE"/>
              <a:t>Vorname Nachname</a:t>
            </a:r>
          </a:p>
        </p:txBody>
      </p:sp>
      <p:sp>
        <p:nvSpPr>
          <p:cNvPr id="53" name="Textplatzhalter 7"/>
          <p:cNvSpPr>
            <a:spLocks noGrp="1"/>
          </p:cNvSpPr>
          <p:nvPr>
            <p:ph type="body" sz="quarter" idx="41" hasCustomPrompt="1"/>
          </p:nvPr>
        </p:nvSpPr>
        <p:spPr>
          <a:xfrm>
            <a:off x="1375228" y="4968000"/>
            <a:ext cx="2038031" cy="416880"/>
          </a:xfrm>
        </p:spPr>
        <p:txBody>
          <a:bodyPr/>
          <a:lstStyle>
            <a:lvl1pPr marL="0" indent="0">
              <a:lnSpc>
                <a:spcPct val="100000"/>
              </a:lnSpc>
              <a:spcBef>
                <a:spcPts val="0"/>
              </a:spcBef>
              <a:buNone/>
              <a:defRPr sz="1300" b="1" baseline="0">
                <a:solidFill>
                  <a:schemeClr val="accent4"/>
                </a:solidFill>
                <a:latin typeface="+mn-lt"/>
              </a:defRPr>
            </a:lvl1pPr>
            <a:lvl2pPr marL="0" indent="0">
              <a:lnSpc>
                <a:spcPct val="100000"/>
              </a:lnSpc>
              <a:spcBef>
                <a:spcPts val="0"/>
              </a:spcBef>
              <a:buFont typeface="Arial" panose="020B0604020202020204" pitchFamily="34" charset="0"/>
              <a:buNone/>
              <a:defRPr sz="1300" b="1">
                <a:solidFill>
                  <a:schemeClr val="accent4"/>
                </a:solidFill>
                <a:latin typeface="+mn-lt"/>
              </a:defRPr>
            </a:lvl2pPr>
            <a:lvl3pPr marL="0" indent="0">
              <a:lnSpc>
                <a:spcPct val="100000"/>
              </a:lnSpc>
              <a:spcBef>
                <a:spcPts val="0"/>
              </a:spcBef>
              <a:buFont typeface="Arial" panose="020B0604020202020204" pitchFamily="34" charset="0"/>
              <a:buNone/>
              <a:defRPr sz="1300" b="1">
                <a:solidFill>
                  <a:schemeClr val="accent4"/>
                </a:solidFill>
                <a:latin typeface="+mn-lt"/>
              </a:defRPr>
            </a:lvl3pPr>
            <a:lvl4pPr marL="0" indent="0">
              <a:lnSpc>
                <a:spcPct val="100000"/>
              </a:lnSpc>
              <a:spcBef>
                <a:spcPts val="0"/>
              </a:spcBef>
              <a:buFont typeface="Arial" panose="020B0604020202020204" pitchFamily="34" charset="0"/>
              <a:buNone/>
              <a:defRPr sz="1300" b="1">
                <a:solidFill>
                  <a:schemeClr val="accent4"/>
                </a:solidFill>
                <a:latin typeface="+mn-lt"/>
              </a:defRPr>
            </a:lvl4pPr>
            <a:lvl5pPr marL="0" indent="0">
              <a:lnSpc>
                <a:spcPct val="100000"/>
              </a:lnSpc>
              <a:spcBef>
                <a:spcPts val="0"/>
              </a:spcBef>
              <a:buNone/>
              <a:defRPr sz="1300" b="1">
                <a:solidFill>
                  <a:schemeClr val="accent4"/>
                </a:solidFill>
                <a:latin typeface="+mn-lt"/>
              </a:defRPr>
            </a:lvl5pPr>
            <a:lvl6pPr marL="0" indent="0">
              <a:lnSpc>
                <a:spcPct val="100000"/>
              </a:lnSpc>
              <a:spcBef>
                <a:spcPts val="0"/>
              </a:spcBef>
              <a:buFont typeface="Arial" panose="020B0604020202020204" pitchFamily="34" charset="0"/>
              <a:buNone/>
              <a:defRPr sz="1300" b="1">
                <a:solidFill>
                  <a:schemeClr val="accent4"/>
                </a:solidFill>
                <a:latin typeface="+mn-lt"/>
              </a:defRPr>
            </a:lvl6pPr>
            <a:lvl7pPr marL="0" indent="0">
              <a:lnSpc>
                <a:spcPct val="100000"/>
              </a:lnSpc>
              <a:spcBef>
                <a:spcPts val="0"/>
              </a:spcBef>
              <a:buFont typeface="Arial" panose="020B0604020202020204" pitchFamily="34" charset="0"/>
              <a:buNone/>
              <a:defRPr sz="1300" b="1">
                <a:solidFill>
                  <a:schemeClr val="accent4"/>
                </a:solidFill>
                <a:latin typeface="+mn-lt"/>
              </a:defRPr>
            </a:lvl7pPr>
            <a:lvl8pPr marL="0" indent="0">
              <a:lnSpc>
                <a:spcPct val="100000"/>
              </a:lnSpc>
              <a:spcBef>
                <a:spcPts val="0"/>
              </a:spcBef>
              <a:buNone/>
              <a:defRPr sz="1300" b="1">
                <a:solidFill>
                  <a:schemeClr val="accent4"/>
                </a:solidFill>
                <a:latin typeface="+mn-lt"/>
              </a:defRPr>
            </a:lvl8pPr>
            <a:lvl9pPr marL="0" indent="0">
              <a:lnSpc>
                <a:spcPct val="100000"/>
              </a:lnSpc>
              <a:spcBef>
                <a:spcPts val="0"/>
              </a:spcBef>
              <a:buFont typeface="Arial" panose="020B0604020202020204" pitchFamily="34" charset="0"/>
              <a:buNone/>
              <a:defRPr sz="1300" b="1">
                <a:solidFill>
                  <a:schemeClr val="accent4"/>
                </a:solidFill>
                <a:latin typeface="+mn-lt"/>
              </a:defRPr>
            </a:lvl9pPr>
          </a:lstStyle>
          <a:p>
            <a:pPr lvl="0"/>
            <a:r>
              <a:rPr lang="de-DE"/>
              <a:t>Vorname Nachname</a:t>
            </a:r>
          </a:p>
        </p:txBody>
      </p:sp>
      <p:sp>
        <p:nvSpPr>
          <p:cNvPr id="54" name="Textplatzhalter 7"/>
          <p:cNvSpPr>
            <a:spLocks noGrp="1"/>
          </p:cNvSpPr>
          <p:nvPr>
            <p:ph type="body" sz="quarter" idx="42" hasCustomPrompt="1"/>
          </p:nvPr>
        </p:nvSpPr>
        <p:spPr>
          <a:xfrm>
            <a:off x="5344073" y="4968000"/>
            <a:ext cx="2038031" cy="416880"/>
          </a:xfrm>
        </p:spPr>
        <p:txBody>
          <a:bodyPr/>
          <a:lstStyle>
            <a:lvl1pPr marL="0" indent="0">
              <a:lnSpc>
                <a:spcPct val="100000"/>
              </a:lnSpc>
              <a:spcBef>
                <a:spcPts val="0"/>
              </a:spcBef>
              <a:buNone/>
              <a:defRPr sz="1300" b="1" baseline="0">
                <a:solidFill>
                  <a:schemeClr val="accent4"/>
                </a:solidFill>
                <a:latin typeface="+mn-lt"/>
              </a:defRPr>
            </a:lvl1pPr>
            <a:lvl2pPr marL="0" indent="0">
              <a:lnSpc>
                <a:spcPct val="100000"/>
              </a:lnSpc>
              <a:spcBef>
                <a:spcPts val="0"/>
              </a:spcBef>
              <a:buFont typeface="Arial" panose="020B0604020202020204" pitchFamily="34" charset="0"/>
              <a:buNone/>
              <a:defRPr sz="1300" b="1">
                <a:solidFill>
                  <a:schemeClr val="accent4"/>
                </a:solidFill>
                <a:latin typeface="+mn-lt"/>
              </a:defRPr>
            </a:lvl2pPr>
            <a:lvl3pPr marL="0" indent="0">
              <a:lnSpc>
                <a:spcPct val="100000"/>
              </a:lnSpc>
              <a:spcBef>
                <a:spcPts val="0"/>
              </a:spcBef>
              <a:buFont typeface="Arial" panose="020B0604020202020204" pitchFamily="34" charset="0"/>
              <a:buNone/>
              <a:defRPr sz="1300" b="1">
                <a:solidFill>
                  <a:schemeClr val="accent4"/>
                </a:solidFill>
                <a:latin typeface="+mn-lt"/>
              </a:defRPr>
            </a:lvl3pPr>
            <a:lvl4pPr marL="0" indent="0">
              <a:lnSpc>
                <a:spcPct val="100000"/>
              </a:lnSpc>
              <a:spcBef>
                <a:spcPts val="0"/>
              </a:spcBef>
              <a:buFont typeface="Arial" panose="020B0604020202020204" pitchFamily="34" charset="0"/>
              <a:buNone/>
              <a:defRPr sz="1300" b="1">
                <a:solidFill>
                  <a:schemeClr val="accent4"/>
                </a:solidFill>
                <a:latin typeface="+mn-lt"/>
              </a:defRPr>
            </a:lvl4pPr>
            <a:lvl5pPr marL="0" indent="0">
              <a:lnSpc>
                <a:spcPct val="100000"/>
              </a:lnSpc>
              <a:spcBef>
                <a:spcPts val="0"/>
              </a:spcBef>
              <a:buNone/>
              <a:defRPr sz="1300" b="1">
                <a:solidFill>
                  <a:schemeClr val="accent4"/>
                </a:solidFill>
                <a:latin typeface="+mn-lt"/>
              </a:defRPr>
            </a:lvl5pPr>
            <a:lvl6pPr marL="0" indent="0">
              <a:lnSpc>
                <a:spcPct val="100000"/>
              </a:lnSpc>
              <a:spcBef>
                <a:spcPts val="0"/>
              </a:spcBef>
              <a:buFont typeface="Arial" panose="020B0604020202020204" pitchFamily="34" charset="0"/>
              <a:buNone/>
              <a:defRPr sz="1300" b="1">
                <a:solidFill>
                  <a:schemeClr val="accent4"/>
                </a:solidFill>
                <a:latin typeface="+mn-lt"/>
              </a:defRPr>
            </a:lvl6pPr>
            <a:lvl7pPr marL="0" indent="0">
              <a:lnSpc>
                <a:spcPct val="100000"/>
              </a:lnSpc>
              <a:spcBef>
                <a:spcPts val="0"/>
              </a:spcBef>
              <a:buFont typeface="Arial" panose="020B0604020202020204" pitchFamily="34" charset="0"/>
              <a:buNone/>
              <a:defRPr sz="1300" b="1">
                <a:solidFill>
                  <a:schemeClr val="accent4"/>
                </a:solidFill>
                <a:latin typeface="+mn-lt"/>
              </a:defRPr>
            </a:lvl7pPr>
            <a:lvl8pPr marL="0" indent="0">
              <a:lnSpc>
                <a:spcPct val="100000"/>
              </a:lnSpc>
              <a:spcBef>
                <a:spcPts val="0"/>
              </a:spcBef>
              <a:buNone/>
              <a:defRPr sz="1300" b="1">
                <a:solidFill>
                  <a:schemeClr val="accent4"/>
                </a:solidFill>
                <a:latin typeface="+mn-lt"/>
              </a:defRPr>
            </a:lvl8pPr>
            <a:lvl9pPr marL="0" indent="0">
              <a:lnSpc>
                <a:spcPct val="100000"/>
              </a:lnSpc>
              <a:spcBef>
                <a:spcPts val="0"/>
              </a:spcBef>
              <a:buFont typeface="Arial" panose="020B0604020202020204" pitchFamily="34" charset="0"/>
              <a:buNone/>
              <a:defRPr sz="1300" b="1">
                <a:solidFill>
                  <a:schemeClr val="accent4"/>
                </a:solidFill>
                <a:latin typeface="+mn-lt"/>
              </a:defRPr>
            </a:lvl9pPr>
          </a:lstStyle>
          <a:p>
            <a:pPr lvl="0"/>
            <a:r>
              <a:rPr lang="de-DE"/>
              <a:t>Vorname Nachname</a:t>
            </a:r>
          </a:p>
        </p:txBody>
      </p:sp>
      <p:sp>
        <p:nvSpPr>
          <p:cNvPr id="55" name="Textplatzhalter 7"/>
          <p:cNvSpPr>
            <a:spLocks noGrp="1"/>
          </p:cNvSpPr>
          <p:nvPr>
            <p:ph type="body" sz="quarter" idx="43" hasCustomPrompt="1"/>
          </p:nvPr>
        </p:nvSpPr>
        <p:spPr>
          <a:xfrm>
            <a:off x="9312919" y="4968000"/>
            <a:ext cx="2038031" cy="416880"/>
          </a:xfrm>
        </p:spPr>
        <p:txBody>
          <a:bodyPr/>
          <a:lstStyle>
            <a:lvl1pPr marL="0" indent="0">
              <a:lnSpc>
                <a:spcPct val="100000"/>
              </a:lnSpc>
              <a:spcBef>
                <a:spcPts val="0"/>
              </a:spcBef>
              <a:buNone/>
              <a:defRPr sz="1300" b="1" baseline="0">
                <a:solidFill>
                  <a:schemeClr val="accent4"/>
                </a:solidFill>
                <a:latin typeface="+mn-lt"/>
              </a:defRPr>
            </a:lvl1pPr>
            <a:lvl2pPr marL="0" indent="0">
              <a:lnSpc>
                <a:spcPct val="100000"/>
              </a:lnSpc>
              <a:spcBef>
                <a:spcPts val="0"/>
              </a:spcBef>
              <a:buFont typeface="Arial" panose="020B0604020202020204" pitchFamily="34" charset="0"/>
              <a:buNone/>
              <a:defRPr sz="1300" b="1">
                <a:solidFill>
                  <a:schemeClr val="accent4"/>
                </a:solidFill>
                <a:latin typeface="+mn-lt"/>
              </a:defRPr>
            </a:lvl2pPr>
            <a:lvl3pPr marL="0" indent="0">
              <a:lnSpc>
                <a:spcPct val="100000"/>
              </a:lnSpc>
              <a:spcBef>
                <a:spcPts val="0"/>
              </a:spcBef>
              <a:buFont typeface="Arial" panose="020B0604020202020204" pitchFamily="34" charset="0"/>
              <a:buNone/>
              <a:defRPr sz="1300" b="1">
                <a:solidFill>
                  <a:schemeClr val="accent4"/>
                </a:solidFill>
                <a:latin typeface="+mn-lt"/>
              </a:defRPr>
            </a:lvl3pPr>
            <a:lvl4pPr marL="0" indent="0">
              <a:lnSpc>
                <a:spcPct val="100000"/>
              </a:lnSpc>
              <a:spcBef>
                <a:spcPts val="0"/>
              </a:spcBef>
              <a:buFont typeface="Arial" panose="020B0604020202020204" pitchFamily="34" charset="0"/>
              <a:buNone/>
              <a:defRPr sz="1300" b="1">
                <a:solidFill>
                  <a:schemeClr val="accent4"/>
                </a:solidFill>
                <a:latin typeface="+mn-lt"/>
              </a:defRPr>
            </a:lvl4pPr>
            <a:lvl5pPr marL="0" indent="0">
              <a:lnSpc>
                <a:spcPct val="100000"/>
              </a:lnSpc>
              <a:spcBef>
                <a:spcPts val="0"/>
              </a:spcBef>
              <a:buNone/>
              <a:defRPr sz="1300" b="1">
                <a:solidFill>
                  <a:schemeClr val="accent4"/>
                </a:solidFill>
                <a:latin typeface="+mn-lt"/>
              </a:defRPr>
            </a:lvl5pPr>
            <a:lvl6pPr marL="0" indent="0">
              <a:lnSpc>
                <a:spcPct val="100000"/>
              </a:lnSpc>
              <a:spcBef>
                <a:spcPts val="0"/>
              </a:spcBef>
              <a:buFont typeface="Arial" panose="020B0604020202020204" pitchFamily="34" charset="0"/>
              <a:buNone/>
              <a:defRPr sz="1300" b="1">
                <a:solidFill>
                  <a:schemeClr val="accent4"/>
                </a:solidFill>
                <a:latin typeface="+mn-lt"/>
              </a:defRPr>
            </a:lvl6pPr>
            <a:lvl7pPr marL="0" indent="0">
              <a:lnSpc>
                <a:spcPct val="100000"/>
              </a:lnSpc>
              <a:spcBef>
                <a:spcPts val="0"/>
              </a:spcBef>
              <a:buFont typeface="Arial" panose="020B0604020202020204" pitchFamily="34" charset="0"/>
              <a:buNone/>
              <a:defRPr sz="1300" b="1">
                <a:solidFill>
                  <a:schemeClr val="accent4"/>
                </a:solidFill>
                <a:latin typeface="+mn-lt"/>
              </a:defRPr>
            </a:lvl7pPr>
            <a:lvl8pPr marL="0" indent="0">
              <a:lnSpc>
                <a:spcPct val="100000"/>
              </a:lnSpc>
              <a:spcBef>
                <a:spcPts val="0"/>
              </a:spcBef>
              <a:buNone/>
              <a:defRPr sz="1300" b="1">
                <a:solidFill>
                  <a:schemeClr val="accent4"/>
                </a:solidFill>
                <a:latin typeface="+mn-lt"/>
              </a:defRPr>
            </a:lvl8pPr>
            <a:lvl9pPr marL="0" indent="0">
              <a:lnSpc>
                <a:spcPct val="100000"/>
              </a:lnSpc>
              <a:spcBef>
                <a:spcPts val="0"/>
              </a:spcBef>
              <a:buFont typeface="Arial" panose="020B0604020202020204" pitchFamily="34" charset="0"/>
              <a:buNone/>
              <a:defRPr sz="1300" b="1">
                <a:solidFill>
                  <a:schemeClr val="accent4"/>
                </a:solidFill>
                <a:latin typeface="+mn-lt"/>
              </a:defRPr>
            </a:lvl9pPr>
          </a:lstStyle>
          <a:p>
            <a:pPr lvl="0"/>
            <a:r>
              <a:rPr lang="de-DE"/>
              <a:t>Vorname Nachname</a:t>
            </a:r>
          </a:p>
        </p:txBody>
      </p:sp>
      <p:sp>
        <p:nvSpPr>
          <p:cNvPr id="56" name="Textplatzhalter 7"/>
          <p:cNvSpPr>
            <a:spLocks noGrp="1"/>
          </p:cNvSpPr>
          <p:nvPr>
            <p:ph type="body" sz="quarter" idx="44" hasCustomPrompt="1"/>
          </p:nvPr>
        </p:nvSpPr>
        <p:spPr>
          <a:xfrm>
            <a:off x="9312919" y="3510000"/>
            <a:ext cx="2038031" cy="416880"/>
          </a:xfrm>
        </p:spPr>
        <p:txBody>
          <a:bodyPr/>
          <a:lstStyle>
            <a:lvl1pPr marL="0" indent="0">
              <a:lnSpc>
                <a:spcPct val="100000"/>
              </a:lnSpc>
              <a:spcBef>
                <a:spcPts val="0"/>
              </a:spcBef>
              <a:buNone/>
              <a:defRPr sz="1300" b="1" baseline="0">
                <a:solidFill>
                  <a:schemeClr val="accent4"/>
                </a:solidFill>
                <a:latin typeface="+mn-lt"/>
              </a:defRPr>
            </a:lvl1pPr>
            <a:lvl2pPr marL="0" indent="0">
              <a:lnSpc>
                <a:spcPct val="100000"/>
              </a:lnSpc>
              <a:spcBef>
                <a:spcPts val="0"/>
              </a:spcBef>
              <a:buFont typeface="Arial" panose="020B0604020202020204" pitchFamily="34" charset="0"/>
              <a:buNone/>
              <a:defRPr sz="1300" b="1">
                <a:solidFill>
                  <a:schemeClr val="accent4"/>
                </a:solidFill>
                <a:latin typeface="+mn-lt"/>
              </a:defRPr>
            </a:lvl2pPr>
            <a:lvl3pPr marL="0" indent="0">
              <a:lnSpc>
                <a:spcPct val="100000"/>
              </a:lnSpc>
              <a:spcBef>
                <a:spcPts val="0"/>
              </a:spcBef>
              <a:buFont typeface="Arial" panose="020B0604020202020204" pitchFamily="34" charset="0"/>
              <a:buNone/>
              <a:defRPr sz="1300" b="1">
                <a:solidFill>
                  <a:schemeClr val="accent4"/>
                </a:solidFill>
                <a:latin typeface="+mn-lt"/>
              </a:defRPr>
            </a:lvl3pPr>
            <a:lvl4pPr marL="0" indent="0">
              <a:lnSpc>
                <a:spcPct val="100000"/>
              </a:lnSpc>
              <a:spcBef>
                <a:spcPts val="0"/>
              </a:spcBef>
              <a:buFont typeface="Arial" panose="020B0604020202020204" pitchFamily="34" charset="0"/>
              <a:buNone/>
              <a:defRPr sz="1300" b="1">
                <a:solidFill>
                  <a:schemeClr val="accent4"/>
                </a:solidFill>
                <a:latin typeface="+mn-lt"/>
              </a:defRPr>
            </a:lvl4pPr>
            <a:lvl5pPr marL="0" indent="0">
              <a:lnSpc>
                <a:spcPct val="100000"/>
              </a:lnSpc>
              <a:spcBef>
                <a:spcPts val="0"/>
              </a:spcBef>
              <a:buNone/>
              <a:defRPr sz="1300" b="1">
                <a:solidFill>
                  <a:schemeClr val="accent4"/>
                </a:solidFill>
                <a:latin typeface="+mn-lt"/>
              </a:defRPr>
            </a:lvl5pPr>
            <a:lvl6pPr marL="0" indent="0">
              <a:lnSpc>
                <a:spcPct val="100000"/>
              </a:lnSpc>
              <a:spcBef>
                <a:spcPts val="0"/>
              </a:spcBef>
              <a:buFont typeface="Arial" panose="020B0604020202020204" pitchFamily="34" charset="0"/>
              <a:buNone/>
              <a:defRPr sz="1300" b="1">
                <a:solidFill>
                  <a:schemeClr val="accent4"/>
                </a:solidFill>
                <a:latin typeface="+mn-lt"/>
              </a:defRPr>
            </a:lvl6pPr>
            <a:lvl7pPr marL="0" indent="0">
              <a:lnSpc>
                <a:spcPct val="100000"/>
              </a:lnSpc>
              <a:spcBef>
                <a:spcPts val="0"/>
              </a:spcBef>
              <a:buFont typeface="Arial" panose="020B0604020202020204" pitchFamily="34" charset="0"/>
              <a:buNone/>
              <a:defRPr sz="1300" b="1">
                <a:solidFill>
                  <a:schemeClr val="accent4"/>
                </a:solidFill>
                <a:latin typeface="+mn-lt"/>
              </a:defRPr>
            </a:lvl7pPr>
            <a:lvl8pPr marL="0" indent="0">
              <a:lnSpc>
                <a:spcPct val="100000"/>
              </a:lnSpc>
              <a:spcBef>
                <a:spcPts val="0"/>
              </a:spcBef>
              <a:buNone/>
              <a:defRPr sz="1300" b="1">
                <a:solidFill>
                  <a:schemeClr val="accent4"/>
                </a:solidFill>
                <a:latin typeface="+mn-lt"/>
              </a:defRPr>
            </a:lvl8pPr>
            <a:lvl9pPr marL="0" indent="0">
              <a:lnSpc>
                <a:spcPct val="100000"/>
              </a:lnSpc>
              <a:spcBef>
                <a:spcPts val="0"/>
              </a:spcBef>
              <a:buFont typeface="Arial" panose="020B0604020202020204" pitchFamily="34" charset="0"/>
              <a:buNone/>
              <a:defRPr sz="1300" b="1">
                <a:solidFill>
                  <a:schemeClr val="accent4"/>
                </a:solidFill>
                <a:latin typeface="+mn-lt"/>
              </a:defRPr>
            </a:lvl9pPr>
          </a:lstStyle>
          <a:p>
            <a:pPr lvl="0"/>
            <a:r>
              <a:rPr lang="de-DE"/>
              <a:t>Vorname Nachname</a:t>
            </a:r>
          </a:p>
        </p:txBody>
      </p:sp>
      <p:sp>
        <p:nvSpPr>
          <p:cNvPr id="57" name="Textplatzhalter 7"/>
          <p:cNvSpPr>
            <a:spLocks noGrp="1"/>
          </p:cNvSpPr>
          <p:nvPr>
            <p:ph type="body" sz="quarter" idx="45" hasCustomPrompt="1"/>
          </p:nvPr>
        </p:nvSpPr>
        <p:spPr>
          <a:xfrm>
            <a:off x="5344073" y="3510000"/>
            <a:ext cx="2038031" cy="416880"/>
          </a:xfrm>
        </p:spPr>
        <p:txBody>
          <a:bodyPr/>
          <a:lstStyle>
            <a:lvl1pPr marL="0" indent="0">
              <a:lnSpc>
                <a:spcPct val="100000"/>
              </a:lnSpc>
              <a:spcBef>
                <a:spcPts val="0"/>
              </a:spcBef>
              <a:buNone/>
              <a:defRPr sz="1300" b="1" baseline="0">
                <a:solidFill>
                  <a:schemeClr val="accent4"/>
                </a:solidFill>
                <a:latin typeface="+mn-lt"/>
              </a:defRPr>
            </a:lvl1pPr>
            <a:lvl2pPr marL="0" indent="0">
              <a:lnSpc>
                <a:spcPct val="100000"/>
              </a:lnSpc>
              <a:spcBef>
                <a:spcPts val="0"/>
              </a:spcBef>
              <a:buFont typeface="Arial" panose="020B0604020202020204" pitchFamily="34" charset="0"/>
              <a:buNone/>
              <a:defRPr sz="1300" b="1">
                <a:solidFill>
                  <a:schemeClr val="accent4"/>
                </a:solidFill>
                <a:latin typeface="+mn-lt"/>
              </a:defRPr>
            </a:lvl2pPr>
            <a:lvl3pPr marL="0" indent="0">
              <a:lnSpc>
                <a:spcPct val="100000"/>
              </a:lnSpc>
              <a:spcBef>
                <a:spcPts val="0"/>
              </a:spcBef>
              <a:buFont typeface="Arial" panose="020B0604020202020204" pitchFamily="34" charset="0"/>
              <a:buNone/>
              <a:defRPr sz="1300" b="1">
                <a:solidFill>
                  <a:schemeClr val="accent4"/>
                </a:solidFill>
                <a:latin typeface="+mn-lt"/>
              </a:defRPr>
            </a:lvl3pPr>
            <a:lvl4pPr marL="0" indent="0">
              <a:lnSpc>
                <a:spcPct val="100000"/>
              </a:lnSpc>
              <a:spcBef>
                <a:spcPts val="0"/>
              </a:spcBef>
              <a:buFont typeface="Arial" panose="020B0604020202020204" pitchFamily="34" charset="0"/>
              <a:buNone/>
              <a:defRPr sz="1300" b="1">
                <a:solidFill>
                  <a:schemeClr val="accent4"/>
                </a:solidFill>
                <a:latin typeface="+mn-lt"/>
              </a:defRPr>
            </a:lvl4pPr>
            <a:lvl5pPr marL="0" indent="0">
              <a:lnSpc>
                <a:spcPct val="100000"/>
              </a:lnSpc>
              <a:spcBef>
                <a:spcPts val="0"/>
              </a:spcBef>
              <a:buNone/>
              <a:defRPr sz="1300" b="1">
                <a:solidFill>
                  <a:schemeClr val="accent4"/>
                </a:solidFill>
                <a:latin typeface="+mn-lt"/>
              </a:defRPr>
            </a:lvl5pPr>
            <a:lvl6pPr marL="0" indent="0">
              <a:lnSpc>
                <a:spcPct val="100000"/>
              </a:lnSpc>
              <a:spcBef>
                <a:spcPts val="0"/>
              </a:spcBef>
              <a:buFont typeface="Arial" panose="020B0604020202020204" pitchFamily="34" charset="0"/>
              <a:buNone/>
              <a:defRPr sz="1300" b="1">
                <a:solidFill>
                  <a:schemeClr val="accent4"/>
                </a:solidFill>
                <a:latin typeface="+mn-lt"/>
              </a:defRPr>
            </a:lvl6pPr>
            <a:lvl7pPr marL="0" indent="0">
              <a:lnSpc>
                <a:spcPct val="100000"/>
              </a:lnSpc>
              <a:spcBef>
                <a:spcPts val="0"/>
              </a:spcBef>
              <a:buFont typeface="Arial" panose="020B0604020202020204" pitchFamily="34" charset="0"/>
              <a:buNone/>
              <a:defRPr sz="1300" b="1">
                <a:solidFill>
                  <a:schemeClr val="accent4"/>
                </a:solidFill>
                <a:latin typeface="+mn-lt"/>
              </a:defRPr>
            </a:lvl7pPr>
            <a:lvl8pPr marL="0" indent="0">
              <a:lnSpc>
                <a:spcPct val="100000"/>
              </a:lnSpc>
              <a:spcBef>
                <a:spcPts val="0"/>
              </a:spcBef>
              <a:buNone/>
              <a:defRPr sz="1300" b="1">
                <a:solidFill>
                  <a:schemeClr val="accent4"/>
                </a:solidFill>
                <a:latin typeface="+mn-lt"/>
              </a:defRPr>
            </a:lvl8pPr>
            <a:lvl9pPr marL="0" indent="0">
              <a:lnSpc>
                <a:spcPct val="100000"/>
              </a:lnSpc>
              <a:spcBef>
                <a:spcPts val="0"/>
              </a:spcBef>
              <a:buFont typeface="Arial" panose="020B0604020202020204" pitchFamily="34" charset="0"/>
              <a:buNone/>
              <a:defRPr sz="1300" b="1">
                <a:solidFill>
                  <a:schemeClr val="accent4"/>
                </a:solidFill>
                <a:latin typeface="+mn-lt"/>
              </a:defRPr>
            </a:lvl9pPr>
          </a:lstStyle>
          <a:p>
            <a:pPr lvl="0"/>
            <a:r>
              <a:rPr lang="de-DE"/>
              <a:t>Vorname Nachname</a:t>
            </a:r>
          </a:p>
        </p:txBody>
      </p:sp>
      <p:sp>
        <p:nvSpPr>
          <p:cNvPr id="58" name="Textplatzhalter 7"/>
          <p:cNvSpPr>
            <a:spLocks noGrp="1"/>
          </p:cNvSpPr>
          <p:nvPr>
            <p:ph type="body" sz="quarter" idx="46" hasCustomPrompt="1"/>
          </p:nvPr>
        </p:nvSpPr>
        <p:spPr>
          <a:xfrm>
            <a:off x="5344073" y="2052000"/>
            <a:ext cx="2038031" cy="416880"/>
          </a:xfrm>
        </p:spPr>
        <p:txBody>
          <a:bodyPr/>
          <a:lstStyle>
            <a:lvl1pPr marL="0" indent="0">
              <a:lnSpc>
                <a:spcPct val="100000"/>
              </a:lnSpc>
              <a:spcBef>
                <a:spcPts val="0"/>
              </a:spcBef>
              <a:buNone/>
              <a:defRPr sz="1300" b="1" baseline="0">
                <a:solidFill>
                  <a:schemeClr val="accent4"/>
                </a:solidFill>
                <a:latin typeface="+mn-lt"/>
              </a:defRPr>
            </a:lvl1pPr>
            <a:lvl2pPr marL="0" indent="0">
              <a:lnSpc>
                <a:spcPct val="100000"/>
              </a:lnSpc>
              <a:spcBef>
                <a:spcPts val="0"/>
              </a:spcBef>
              <a:buFont typeface="Arial" panose="020B0604020202020204" pitchFamily="34" charset="0"/>
              <a:buNone/>
              <a:defRPr sz="1300" b="1">
                <a:solidFill>
                  <a:schemeClr val="accent4"/>
                </a:solidFill>
                <a:latin typeface="+mn-lt"/>
              </a:defRPr>
            </a:lvl2pPr>
            <a:lvl3pPr marL="0" indent="0">
              <a:lnSpc>
                <a:spcPct val="100000"/>
              </a:lnSpc>
              <a:spcBef>
                <a:spcPts val="0"/>
              </a:spcBef>
              <a:buFont typeface="Arial" panose="020B0604020202020204" pitchFamily="34" charset="0"/>
              <a:buNone/>
              <a:defRPr sz="1300" b="1">
                <a:solidFill>
                  <a:schemeClr val="accent4"/>
                </a:solidFill>
                <a:latin typeface="+mn-lt"/>
              </a:defRPr>
            </a:lvl3pPr>
            <a:lvl4pPr marL="0" indent="0">
              <a:lnSpc>
                <a:spcPct val="100000"/>
              </a:lnSpc>
              <a:spcBef>
                <a:spcPts val="0"/>
              </a:spcBef>
              <a:buFont typeface="Arial" panose="020B0604020202020204" pitchFamily="34" charset="0"/>
              <a:buNone/>
              <a:defRPr sz="1300" b="1">
                <a:solidFill>
                  <a:schemeClr val="accent4"/>
                </a:solidFill>
                <a:latin typeface="+mn-lt"/>
              </a:defRPr>
            </a:lvl4pPr>
            <a:lvl5pPr marL="0" indent="0">
              <a:lnSpc>
                <a:spcPct val="100000"/>
              </a:lnSpc>
              <a:spcBef>
                <a:spcPts val="0"/>
              </a:spcBef>
              <a:buNone/>
              <a:defRPr sz="1300" b="1">
                <a:solidFill>
                  <a:schemeClr val="accent4"/>
                </a:solidFill>
                <a:latin typeface="+mn-lt"/>
              </a:defRPr>
            </a:lvl5pPr>
            <a:lvl6pPr marL="0" indent="0">
              <a:lnSpc>
                <a:spcPct val="100000"/>
              </a:lnSpc>
              <a:spcBef>
                <a:spcPts val="0"/>
              </a:spcBef>
              <a:buFont typeface="Arial" panose="020B0604020202020204" pitchFamily="34" charset="0"/>
              <a:buNone/>
              <a:defRPr sz="1300" b="1">
                <a:solidFill>
                  <a:schemeClr val="accent4"/>
                </a:solidFill>
                <a:latin typeface="+mn-lt"/>
              </a:defRPr>
            </a:lvl6pPr>
            <a:lvl7pPr marL="0" indent="0">
              <a:lnSpc>
                <a:spcPct val="100000"/>
              </a:lnSpc>
              <a:spcBef>
                <a:spcPts val="0"/>
              </a:spcBef>
              <a:buFont typeface="Arial" panose="020B0604020202020204" pitchFamily="34" charset="0"/>
              <a:buNone/>
              <a:defRPr sz="1300" b="1">
                <a:solidFill>
                  <a:schemeClr val="accent4"/>
                </a:solidFill>
                <a:latin typeface="+mn-lt"/>
              </a:defRPr>
            </a:lvl7pPr>
            <a:lvl8pPr marL="0" indent="0">
              <a:lnSpc>
                <a:spcPct val="100000"/>
              </a:lnSpc>
              <a:spcBef>
                <a:spcPts val="0"/>
              </a:spcBef>
              <a:buNone/>
              <a:defRPr sz="1300" b="1">
                <a:solidFill>
                  <a:schemeClr val="accent4"/>
                </a:solidFill>
                <a:latin typeface="+mn-lt"/>
              </a:defRPr>
            </a:lvl8pPr>
            <a:lvl9pPr marL="0" indent="0">
              <a:lnSpc>
                <a:spcPct val="100000"/>
              </a:lnSpc>
              <a:spcBef>
                <a:spcPts val="0"/>
              </a:spcBef>
              <a:buFont typeface="Arial" panose="020B0604020202020204" pitchFamily="34" charset="0"/>
              <a:buNone/>
              <a:defRPr sz="1300" b="1">
                <a:solidFill>
                  <a:schemeClr val="accent4"/>
                </a:solidFill>
                <a:latin typeface="+mn-lt"/>
              </a:defRPr>
            </a:lvl9pPr>
          </a:lstStyle>
          <a:p>
            <a:pPr lvl="0"/>
            <a:r>
              <a:rPr lang="de-DE"/>
              <a:t>Vorname Nachname</a:t>
            </a:r>
          </a:p>
        </p:txBody>
      </p:sp>
      <p:sp>
        <p:nvSpPr>
          <p:cNvPr id="59" name="Textplatzhalter 7"/>
          <p:cNvSpPr>
            <a:spLocks noGrp="1"/>
          </p:cNvSpPr>
          <p:nvPr>
            <p:ph type="body" sz="quarter" idx="47" hasCustomPrompt="1"/>
          </p:nvPr>
        </p:nvSpPr>
        <p:spPr>
          <a:xfrm>
            <a:off x="9312919" y="2052000"/>
            <a:ext cx="2038031" cy="416880"/>
          </a:xfrm>
        </p:spPr>
        <p:txBody>
          <a:bodyPr/>
          <a:lstStyle>
            <a:lvl1pPr marL="0" indent="0">
              <a:lnSpc>
                <a:spcPct val="100000"/>
              </a:lnSpc>
              <a:spcBef>
                <a:spcPts val="0"/>
              </a:spcBef>
              <a:buNone/>
              <a:defRPr sz="1300" b="1" baseline="0">
                <a:solidFill>
                  <a:schemeClr val="accent4"/>
                </a:solidFill>
                <a:latin typeface="+mn-lt"/>
              </a:defRPr>
            </a:lvl1pPr>
            <a:lvl2pPr marL="0" indent="0">
              <a:lnSpc>
                <a:spcPct val="100000"/>
              </a:lnSpc>
              <a:spcBef>
                <a:spcPts val="0"/>
              </a:spcBef>
              <a:buFont typeface="Arial" panose="020B0604020202020204" pitchFamily="34" charset="0"/>
              <a:buNone/>
              <a:defRPr sz="1300" b="1">
                <a:solidFill>
                  <a:schemeClr val="accent4"/>
                </a:solidFill>
                <a:latin typeface="+mn-lt"/>
              </a:defRPr>
            </a:lvl2pPr>
            <a:lvl3pPr marL="0" indent="0">
              <a:lnSpc>
                <a:spcPct val="100000"/>
              </a:lnSpc>
              <a:spcBef>
                <a:spcPts val="0"/>
              </a:spcBef>
              <a:buFont typeface="Arial" panose="020B0604020202020204" pitchFamily="34" charset="0"/>
              <a:buNone/>
              <a:defRPr sz="1300" b="1">
                <a:solidFill>
                  <a:schemeClr val="accent4"/>
                </a:solidFill>
                <a:latin typeface="+mn-lt"/>
              </a:defRPr>
            </a:lvl3pPr>
            <a:lvl4pPr marL="0" indent="0">
              <a:lnSpc>
                <a:spcPct val="100000"/>
              </a:lnSpc>
              <a:spcBef>
                <a:spcPts val="0"/>
              </a:spcBef>
              <a:buFont typeface="Arial" panose="020B0604020202020204" pitchFamily="34" charset="0"/>
              <a:buNone/>
              <a:defRPr sz="1300" b="1">
                <a:solidFill>
                  <a:schemeClr val="accent4"/>
                </a:solidFill>
                <a:latin typeface="+mn-lt"/>
              </a:defRPr>
            </a:lvl4pPr>
            <a:lvl5pPr marL="0" indent="0">
              <a:lnSpc>
                <a:spcPct val="100000"/>
              </a:lnSpc>
              <a:spcBef>
                <a:spcPts val="0"/>
              </a:spcBef>
              <a:buNone/>
              <a:defRPr sz="1300" b="1">
                <a:solidFill>
                  <a:schemeClr val="accent4"/>
                </a:solidFill>
                <a:latin typeface="+mn-lt"/>
              </a:defRPr>
            </a:lvl5pPr>
            <a:lvl6pPr marL="0" indent="0">
              <a:lnSpc>
                <a:spcPct val="100000"/>
              </a:lnSpc>
              <a:spcBef>
                <a:spcPts val="0"/>
              </a:spcBef>
              <a:buFont typeface="Arial" panose="020B0604020202020204" pitchFamily="34" charset="0"/>
              <a:buNone/>
              <a:defRPr sz="1300" b="1">
                <a:solidFill>
                  <a:schemeClr val="accent4"/>
                </a:solidFill>
                <a:latin typeface="+mn-lt"/>
              </a:defRPr>
            </a:lvl6pPr>
            <a:lvl7pPr marL="0" indent="0">
              <a:lnSpc>
                <a:spcPct val="100000"/>
              </a:lnSpc>
              <a:spcBef>
                <a:spcPts val="0"/>
              </a:spcBef>
              <a:buFont typeface="Arial" panose="020B0604020202020204" pitchFamily="34" charset="0"/>
              <a:buNone/>
              <a:defRPr sz="1300" b="1">
                <a:solidFill>
                  <a:schemeClr val="accent4"/>
                </a:solidFill>
                <a:latin typeface="+mn-lt"/>
              </a:defRPr>
            </a:lvl7pPr>
            <a:lvl8pPr marL="0" indent="0">
              <a:lnSpc>
                <a:spcPct val="100000"/>
              </a:lnSpc>
              <a:spcBef>
                <a:spcPts val="0"/>
              </a:spcBef>
              <a:buNone/>
              <a:defRPr sz="1300" b="1">
                <a:solidFill>
                  <a:schemeClr val="accent4"/>
                </a:solidFill>
                <a:latin typeface="+mn-lt"/>
              </a:defRPr>
            </a:lvl8pPr>
            <a:lvl9pPr marL="0" indent="0">
              <a:lnSpc>
                <a:spcPct val="100000"/>
              </a:lnSpc>
              <a:spcBef>
                <a:spcPts val="0"/>
              </a:spcBef>
              <a:buFont typeface="Arial" panose="020B0604020202020204" pitchFamily="34" charset="0"/>
              <a:buNone/>
              <a:defRPr sz="1300" b="1">
                <a:solidFill>
                  <a:schemeClr val="accent4"/>
                </a:solidFill>
                <a:latin typeface="+mn-lt"/>
              </a:defRPr>
            </a:lvl9pPr>
          </a:lstStyle>
          <a:p>
            <a:pPr lvl="0"/>
            <a:r>
              <a:rPr lang="de-DE"/>
              <a:t>Vorname Nachname</a:t>
            </a:r>
          </a:p>
        </p:txBody>
      </p:sp>
      <p:sp>
        <p:nvSpPr>
          <p:cNvPr id="14" name="Textplatzhalter 13"/>
          <p:cNvSpPr>
            <a:spLocks noGrp="1"/>
          </p:cNvSpPr>
          <p:nvPr>
            <p:ph type="body" sz="quarter" idx="48" hasCustomPrompt="1"/>
          </p:nvPr>
        </p:nvSpPr>
        <p:spPr>
          <a:xfrm>
            <a:off x="930406" y="2592001"/>
            <a:ext cx="2482854" cy="540000"/>
          </a:xfrm>
        </p:spPr>
        <p:txBody>
          <a:bodyPr/>
          <a:lstStyle>
            <a:lvl1pPr marL="0" indent="0">
              <a:lnSpc>
                <a:spcPct val="100000"/>
              </a:lnSpc>
              <a:spcBef>
                <a:spcPts val="0"/>
              </a:spcBef>
              <a:buNone/>
              <a:defRPr sz="800" b="0" i="0" u="none">
                <a:solidFill>
                  <a:schemeClr val="tx1"/>
                </a:solidFill>
                <a:latin typeface="+mn-lt"/>
              </a:defRPr>
            </a:lvl1pPr>
            <a:lvl2pPr marL="0" indent="0">
              <a:lnSpc>
                <a:spcPct val="100000"/>
              </a:lnSpc>
              <a:spcBef>
                <a:spcPts val="0"/>
              </a:spcBef>
              <a:buFont typeface="Arial" panose="020B0604020202020204" pitchFamily="34" charset="0"/>
              <a:buNone/>
              <a:defRPr sz="800" b="0" i="0" u="none">
                <a:solidFill>
                  <a:schemeClr val="tx1"/>
                </a:solidFill>
                <a:latin typeface="+mn-lt"/>
              </a:defRPr>
            </a:lvl2pPr>
            <a:lvl3pPr marL="0" indent="0">
              <a:lnSpc>
                <a:spcPct val="100000"/>
              </a:lnSpc>
              <a:spcBef>
                <a:spcPts val="0"/>
              </a:spcBef>
              <a:buFont typeface="Arial" panose="020B0604020202020204" pitchFamily="34" charset="0"/>
              <a:buNone/>
              <a:defRPr sz="800" b="0" i="0" u="none">
                <a:solidFill>
                  <a:schemeClr val="tx1"/>
                </a:solidFill>
                <a:latin typeface="+mn-lt"/>
              </a:defRPr>
            </a:lvl3pPr>
            <a:lvl4pPr marL="0" indent="0">
              <a:lnSpc>
                <a:spcPct val="100000"/>
              </a:lnSpc>
              <a:spcBef>
                <a:spcPts val="0"/>
              </a:spcBef>
              <a:buFont typeface="Arial" panose="020B0604020202020204" pitchFamily="34" charset="0"/>
              <a:buNone/>
              <a:defRPr sz="800" b="0" i="0" u="none">
                <a:solidFill>
                  <a:schemeClr val="tx1"/>
                </a:solidFill>
                <a:latin typeface="+mn-lt"/>
              </a:defRPr>
            </a:lvl4pPr>
            <a:lvl5pPr marL="0" indent="0">
              <a:lnSpc>
                <a:spcPct val="100000"/>
              </a:lnSpc>
              <a:spcBef>
                <a:spcPts val="0"/>
              </a:spcBef>
              <a:buNone/>
              <a:defRPr sz="800" b="0" i="0" u="none">
                <a:solidFill>
                  <a:schemeClr val="tx1"/>
                </a:solidFill>
                <a:latin typeface="+mn-lt"/>
              </a:defRPr>
            </a:lvl5pPr>
            <a:lvl6pPr marL="0" indent="0">
              <a:lnSpc>
                <a:spcPct val="100000"/>
              </a:lnSpc>
              <a:spcBef>
                <a:spcPts val="0"/>
              </a:spcBef>
              <a:buFont typeface="Arial" panose="020B0604020202020204" pitchFamily="34" charset="0"/>
              <a:buNone/>
              <a:defRPr sz="800" b="0" i="0" u="none">
                <a:solidFill>
                  <a:schemeClr val="tx1"/>
                </a:solidFill>
                <a:latin typeface="+mn-lt"/>
              </a:defRPr>
            </a:lvl6pPr>
            <a:lvl7pPr marL="0" indent="0">
              <a:lnSpc>
                <a:spcPct val="100000"/>
              </a:lnSpc>
              <a:spcBef>
                <a:spcPts val="0"/>
              </a:spcBef>
              <a:buFont typeface="Arial" panose="020B0604020202020204" pitchFamily="34" charset="0"/>
              <a:buNone/>
              <a:defRPr sz="800" b="0" i="0" u="none">
                <a:solidFill>
                  <a:schemeClr val="tx1"/>
                </a:solidFill>
                <a:latin typeface="+mn-lt"/>
              </a:defRPr>
            </a:lvl7pPr>
            <a:lvl8pPr marL="0" indent="0">
              <a:lnSpc>
                <a:spcPct val="100000"/>
              </a:lnSpc>
              <a:spcBef>
                <a:spcPts val="0"/>
              </a:spcBef>
              <a:buNone/>
              <a:defRPr sz="800" b="0" i="0" u="none">
                <a:solidFill>
                  <a:schemeClr val="tx1"/>
                </a:solidFill>
                <a:latin typeface="+mn-lt"/>
              </a:defRPr>
            </a:lvl8pPr>
            <a:lvl9pPr marL="0" indent="0">
              <a:lnSpc>
                <a:spcPct val="100000"/>
              </a:lnSpc>
              <a:spcBef>
                <a:spcPts val="0"/>
              </a:spcBef>
              <a:buFont typeface="Arial" panose="020B0604020202020204" pitchFamily="34" charset="0"/>
              <a:buNone/>
              <a:defRPr sz="800" b="0" i="0" u="none">
                <a:solidFill>
                  <a:schemeClr val="tx1"/>
                </a:solidFill>
                <a:latin typeface="+mn-lt"/>
              </a:defRPr>
            </a:lvl9pPr>
          </a:lstStyle>
          <a:p>
            <a:pPr lvl="0"/>
            <a:r>
              <a:rPr lang="de-DE"/>
              <a:t>Funktion/Firma</a:t>
            </a:r>
          </a:p>
        </p:txBody>
      </p:sp>
      <p:sp>
        <p:nvSpPr>
          <p:cNvPr id="60" name="Textplatzhalter 13"/>
          <p:cNvSpPr>
            <a:spLocks noGrp="1"/>
          </p:cNvSpPr>
          <p:nvPr>
            <p:ph type="body" sz="quarter" idx="49" hasCustomPrompt="1"/>
          </p:nvPr>
        </p:nvSpPr>
        <p:spPr>
          <a:xfrm>
            <a:off x="4900136" y="2592001"/>
            <a:ext cx="2482854" cy="540000"/>
          </a:xfrm>
        </p:spPr>
        <p:txBody>
          <a:bodyPr/>
          <a:lstStyle>
            <a:lvl1pPr marL="0" indent="0">
              <a:lnSpc>
                <a:spcPct val="100000"/>
              </a:lnSpc>
              <a:spcBef>
                <a:spcPts val="0"/>
              </a:spcBef>
              <a:buNone/>
              <a:defRPr sz="800" b="0" i="0" u="none">
                <a:solidFill>
                  <a:schemeClr val="tx1"/>
                </a:solidFill>
                <a:latin typeface="+mn-lt"/>
              </a:defRPr>
            </a:lvl1pPr>
            <a:lvl2pPr marL="0" indent="0">
              <a:lnSpc>
                <a:spcPct val="100000"/>
              </a:lnSpc>
              <a:spcBef>
                <a:spcPts val="0"/>
              </a:spcBef>
              <a:buFont typeface="Arial" panose="020B0604020202020204" pitchFamily="34" charset="0"/>
              <a:buNone/>
              <a:defRPr sz="800" b="0" i="0" u="none">
                <a:solidFill>
                  <a:schemeClr val="tx1"/>
                </a:solidFill>
                <a:latin typeface="+mn-lt"/>
              </a:defRPr>
            </a:lvl2pPr>
            <a:lvl3pPr marL="0" indent="0">
              <a:lnSpc>
                <a:spcPct val="100000"/>
              </a:lnSpc>
              <a:spcBef>
                <a:spcPts val="0"/>
              </a:spcBef>
              <a:buFont typeface="Arial" panose="020B0604020202020204" pitchFamily="34" charset="0"/>
              <a:buNone/>
              <a:defRPr sz="800" b="0" i="0" u="none">
                <a:solidFill>
                  <a:schemeClr val="tx1"/>
                </a:solidFill>
                <a:latin typeface="+mn-lt"/>
              </a:defRPr>
            </a:lvl3pPr>
            <a:lvl4pPr marL="0" indent="0">
              <a:lnSpc>
                <a:spcPct val="100000"/>
              </a:lnSpc>
              <a:spcBef>
                <a:spcPts val="0"/>
              </a:spcBef>
              <a:buFont typeface="Arial" panose="020B0604020202020204" pitchFamily="34" charset="0"/>
              <a:buNone/>
              <a:defRPr sz="800" b="0" i="0" u="none">
                <a:solidFill>
                  <a:schemeClr val="tx1"/>
                </a:solidFill>
                <a:latin typeface="+mn-lt"/>
              </a:defRPr>
            </a:lvl4pPr>
            <a:lvl5pPr marL="0" indent="0">
              <a:lnSpc>
                <a:spcPct val="100000"/>
              </a:lnSpc>
              <a:spcBef>
                <a:spcPts val="0"/>
              </a:spcBef>
              <a:buNone/>
              <a:defRPr sz="800" b="0" i="0" u="none">
                <a:solidFill>
                  <a:schemeClr val="tx1"/>
                </a:solidFill>
                <a:latin typeface="+mn-lt"/>
              </a:defRPr>
            </a:lvl5pPr>
            <a:lvl6pPr marL="0" indent="0">
              <a:lnSpc>
                <a:spcPct val="100000"/>
              </a:lnSpc>
              <a:spcBef>
                <a:spcPts val="0"/>
              </a:spcBef>
              <a:buFont typeface="Arial" panose="020B0604020202020204" pitchFamily="34" charset="0"/>
              <a:buNone/>
              <a:defRPr sz="800" b="0" i="0" u="none">
                <a:solidFill>
                  <a:schemeClr val="tx1"/>
                </a:solidFill>
                <a:latin typeface="+mn-lt"/>
              </a:defRPr>
            </a:lvl6pPr>
            <a:lvl7pPr marL="0" indent="0">
              <a:lnSpc>
                <a:spcPct val="100000"/>
              </a:lnSpc>
              <a:spcBef>
                <a:spcPts val="0"/>
              </a:spcBef>
              <a:buFont typeface="Arial" panose="020B0604020202020204" pitchFamily="34" charset="0"/>
              <a:buNone/>
              <a:defRPr sz="800" b="0" i="0" u="none">
                <a:solidFill>
                  <a:schemeClr val="tx1"/>
                </a:solidFill>
                <a:latin typeface="+mn-lt"/>
              </a:defRPr>
            </a:lvl7pPr>
            <a:lvl8pPr marL="0" indent="0">
              <a:lnSpc>
                <a:spcPct val="100000"/>
              </a:lnSpc>
              <a:spcBef>
                <a:spcPts val="0"/>
              </a:spcBef>
              <a:buNone/>
              <a:defRPr sz="800" b="0" i="0" u="none">
                <a:solidFill>
                  <a:schemeClr val="tx1"/>
                </a:solidFill>
                <a:latin typeface="+mn-lt"/>
              </a:defRPr>
            </a:lvl8pPr>
            <a:lvl9pPr marL="0" indent="0">
              <a:lnSpc>
                <a:spcPct val="100000"/>
              </a:lnSpc>
              <a:spcBef>
                <a:spcPts val="0"/>
              </a:spcBef>
              <a:buFont typeface="Arial" panose="020B0604020202020204" pitchFamily="34" charset="0"/>
              <a:buNone/>
              <a:defRPr sz="800" b="0" i="0" u="none">
                <a:solidFill>
                  <a:schemeClr val="tx1"/>
                </a:solidFill>
                <a:latin typeface="+mn-lt"/>
              </a:defRPr>
            </a:lvl9pPr>
          </a:lstStyle>
          <a:p>
            <a:pPr lvl="0"/>
            <a:r>
              <a:rPr lang="de-DE"/>
              <a:t>Funktion/Firma</a:t>
            </a:r>
          </a:p>
        </p:txBody>
      </p:sp>
      <p:sp>
        <p:nvSpPr>
          <p:cNvPr id="61" name="Textplatzhalter 13"/>
          <p:cNvSpPr>
            <a:spLocks noGrp="1"/>
          </p:cNvSpPr>
          <p:nvPr>
            <p:ph type="body" sz="quarter" idx="50" hasCustomPrompt="1"/>
          </p:nvPr>
        </p:nvSpPr>
        <p:spPr>
          <a:xfrm>
            <a:off x="8869867" y="2592001"/>
            <a:ext cx="2482854" cy="540000"/>
          </a:xfrm>
        </p:spPr>
        <p:txBody>
          <a:bodyPr/>
          <a:lstStyle>
            <a:lvl1pPr marL="0" indent="0">
              <a:lnSpc>
                <a:spcPct val="100000"/>
              </a:lnSpc>
              <a:spcBef>
                <a:spcPts val="0"/>
              </a:spcBef>
              <a:buNone/>
              <a:defRPr sz="800" b="0" i="0" u="none">
                <a:solidFill>
                  <a:schemeClr val="tx1"/>
                </a:solidFill>
                <a:latin typeface="+mn-lt"/>
              </a:defRPr>
            </a:lvl1pPr>
            <a:lvl2pPr marL="0" indent="0">
              <a:lnSpc>
                <a:spcPct val="100000"/>
              </a:lnSpc>
              <a:spcBef>
                <a:spcPts val="0"/>
              </a:spcBef>
              <a:buFont typeface="Arial" panose="020B0604020202020204" pitchFamily="34" charset="0"/>
              <a:buNone/>
              <a:defRPr sz="800" b="0" i="0" u="none">
                <a:solidFill>
                  <a:schemeClr val="tx1"/>
                </a:solidFill>
                <a:latin typeface="+mn-lt"/>
              </a:defRPr>
            </a:lvl2pPr>
            <a:lvl3pPr marL="0" indent="0">
              <a:lnSpc>
                <a:spcPct val="100000"/>
              </a:lnSpc>
              <a:spcBef>
                <a:spcPts val="0"/>
              </a:spcBef>
              <a:buFont typeface="Arial" panose="020B0604020202020204" pitchFamily="34" charset="0"/>
              <a:buNone/>
              <a:defRPr sz="800" b="0" i="0" u="none">
                <a:solidFill>
                  <a:schemeClr val="tx1"/>
                </a:solidFill>
                <a:latin typeface="+mn-lt"/>
              </a:defRPr>
            </a:lvl3pPr>
            <a:lvl4pPr marL="0" indent="0">
              <a:lnSpc>
                <a:spcPct val="100000"/>
              </a:lnSpc>
              <a:spcBef>
                <a:spcPts val="0"/>
              </a:spcBef>
              <a:buFont typeface="Arial" panose="020B0604020202020204" pitchFamily="34" charset="0"/>
              <a:buNone/>
              <a:defRPr sz="800" b="0" i="0" u="none">
                <a:solidFill>
                  <a:schemeClr val="tx1"/>
                </a:solidFill>
                <a:latin typeface="+mn-lt"/>
              </a:defRPr>
            </a:lvl4pPr>
            <a:lvl5pPr marL="0" indent="0">
              <a:lnSpc>
                <a:spcPct val="100000"/>
              </a:lnSpc>
              <a:spcBef>
                <a:spcPts val="0"/>
              </a:spcBef>
              <a:buNone/>
              <a:defRPr sz="800" b="0" i="0" u="none">
                <a:solidFill>
                  <a:schemeClr val="tx1"/>
                </a:solidFill>
                <a:latin typeface="+mn-lt"/>
              </a:defRPr>
            </a:lvl5pPr>
            <a:lvl6pPr marL="0" indent="0">
              <a:lnSpc>
                <a:spcPct val="100000"/>
              </a:lnSpc>
              <a:spcBef>
                <a:spcPts val="0"/>
              </a:spcBef>
              <a:buFont typeface="Arial" panose="020B0604020202020204" pitchFamily="34" charset="0"/>
              <a:buNone/>
              <a:defRPr sz="800" b="0" i="0" u="none">
                <a:solidFill>
                  <a:schemeClr val="tx1"/>
                </a:solidFill>
                <a:latin typeface="+mn-lt"/>
              </a:defRPr>
            </a:lvl6pPr>
            <a:lvl7pPr marL="0" indent="0">
              <a:lnSpc>
                <a:spcPct val="100000"/>
              </a:lnSpc>
              <a:spcBef>
                <a:spcPts val="0"/>
              </a:spcBef>
              <a:buFont typeface="Arial" panose="020B0604020202020204" pitchFamily="34" charset="0"/>
              <a:buNone/>
              <a:defRPr sz="800" b="0" i="0" u="none">
                <a:solidFill>
                  <a:schemeClr val="tx1"/>
                </a:solidFill>
                <a:latin typeface="+mn-lt"/>
              </a:defRPr>
            </a:lvl7pPr>
            <a:lvl8pPr marL="0" indent="0">
              <a:lnSpc>
                <a:spcPct val="100000"/>
              </a:lnSpc>
              <a:spcBef>
                <a:spcPts val="0"/>
              </a:spcBef>
              <a:buNone/>
              <a:defRPr sz="800" b="0" i="0" u="none">
                <a:solidFill>
                  <a:schemeClr val="tx1"/>
                </a:solidFill>
                <a:latin typeface="+mn-lt"/>
              </a:defRPr>
            </a:lvl8pPr>
            <a:lvl9pPr marL="0" indent="0">
              <a:lnSpc>
                <a:spcPct val="100000"/>
              </a:lnSpc>
              <a:spcBef>
                <a:spcPts val="0"/>
              </a:spcBef>
              <a:buFont typeface="Arial" panose="020B0604020202020204" pitchFamily="34" charset="0"/>
              <a:buNone/>
              <a:defRPr sz="800" b="0" i="0" u="none">
                <a:solidFill>
                  <a:schemeClr val="tx1"/>
                </a:solidFill>
                <a:latin typeface="+mn-lt"/>
              </a:defRPr>
            </a:lvl9pPr>
          </a:lstStyle>
          <a:p>
            <a:pPr lvl="0"/>
            <a:r>
              <a:rPr lang="de-DE"/>
              <a:t>Funktion/Firma</a:t>
            </a:r>
          </a:p>
        </p:txBody>
      </p:sp>
      <p:sp>
        <p:nvSpPr>
          <p:cNvPr id="62" name="Textplatzhalter 13"/>
          <p:cNvSpPr>
            <a:spLocks noGrp="1"/>
          </p:cNvSpPr>
          <p:nvPr>
            <p:ph type="body" sz="quarter" idx="51" hasCustomPrompt="1"/>
          </p:nvPr>
        </p:nvSpPr>
        <p:spPr>
          <a:xfrm>
            <a:off x="8869867" y="4050000"/>
            <a:ext cx="2482854" cy="540000"/>
          </a:xfrm>
        </p:spPr>
        <p:txBody>
          <a:bodyPr/>
          <a:lstStyle>
            <a:lvl1pPr marL="0" indent="0">
              <a:lnSpc>
                <a:spcPct val="100000"/>
              </a:lnSpc>
              <a:spcBef>
                <a:spcPts val="0"/>
              </a:spcBef>
              <a:buNone/>
              <a:defRPr sz="800" b="0" i="0" u="none">
                <a:solidFill>
                  <a:schemeClr val="tx1"/>
                </a:solidFill>
                <a:latin typeface="+mn-lt"/>
              </a:defRPr>
            </a:lvl1pPr>
            <a:lvl2pPr marL="0" indent="0">
              <a:lnSpc>
                <a:spcPct val="100000"/>
              </a:lnSpc>
              <a:spcBef>
                <a:spcPts val="0"/>
              </a:spcBef>
              <a:buFont typeface="Arial" panose="020B0604020202020204" pitchFamily="34" charset="0"/>
              <a:buNone/>
              <a:defRPr sz="800" b="0" i="0" u="none">
                <a:solidFill>
                  <a:schemeClr val="tx1"/>
                </a:solidFill>
                <a:latin typeface="+mn-lt"/>
              </a:defRPr>
            </a:lvl2pPr>
            <a:lvl3pPr marL="0" indent="0">
              <a:lnSpc>
                <a:spcPct val="100000"/>
              </a:lnSpc>
              <a:spcBef>
                <a:spcPts val="0"/>
              </a:spcBef>
              <a:buFont typeface="Arial" panose="020B0604020202020204" pitchFamily="34" charset="0"/>
              <a:buNone/>
              <a:defRPr sz="800" b="0" i="0" u="none">
                <a:solidFill>
                  <a:schemeClr val="tx1"/>
                </a:solidFill>
                <a:latin typeface="+mn-lt"/>
              </a:defRPr>
            </a:lvl3pPr>
            <a:lvl4pPr marL="0" indent="0">
              <a:lnSpc>
                <a:spcPct val="100000"/>
              </a:lnSpc>
              <a:spcBef>
                <a:spcPts val="0"/>
              </a:spcBef>
              <a:buFont typeface="Arial" panose="020B0604020202020204" pitchFamily="34" charset="0"/>
              <a:buNone/>
              <a:defRPr sz="800" b="0" i="0" u="none">
                <a:solidFill>
                  <a:schemeClr val="tx1"/>
                </a:solidFill>
                <a:latin typeface="+mn-lt"/>
              </a:defRPr>
            </a:lvl4pPr>
            <a:lvl5pPr marL="0" indent="0">
              <a:lnSpc>
                <a:spcPct val="100000"/>
              </a:lnSpc>
              <a:spcBef>
                <a:spcPts val="0"/>
              </a:spcBef>
              <a:buNone/>
              <a:defRPr sz="800" b="0" i="0" u="none">
                <a:solidFill>
                  <a:schemeClr val="tx1"/>
                </a:solidFill>
                <a:latin typeface="+mn-lt"/>
              </a:defRPr>
            </a:lvl5pPr>
            <a:lvl6pPr marL="0" indent="0">
              <a:lnSpc>
                <a:spcPct val="100000"/>
              </a:lnSpc>
              <a:spcBef>
                <a:spcPts val="0"/>
              </a:spcBef>
              <a:buFont typeface="Arial" panose="020B0604020202020204" pitchFamily="34" charset="0"/>
              <a:buNone/>
              <a:defRPr sz="800" b="0" i="0" u="none">
                <a:solidFill>
                  <a:schemeClr val="tx1"/>
                </a:solidFill>
                <a:latin typeface="+mn-lt"/>
              </a:defRPr>
            </a:lvl6pPr>
            <a:lvl7pPr marL="0" indent="0">
              <a:lnSpc>
                <a:spcPct val="100000"/>
              </a:lnSpc>
              <a:spcBef>
                <a:spcPts val="0"/>
              </a:spcBef>
              <a:buFont typeface="Arial" panose="020B0604020202020204" pitchFamily="34" charset="0"/>
              <a:buNone/>
              <a:defRPr sz="800" b="0" i="0" u="none">
                <a:solidFill>
                  <a:schemeClr val="tx1"/>
                </a:solidFill>
                <a:latin typeface="+mn-lt"/>
              </a:defRPr>
            </a:lvl7pPr>
            <a:lvl8pPr marL="0" indent="0">
              <a:lnSpc>
                <a:spcPct val="100000"/>
              </a:lnSpc>
              <a:spcBef>
                <a:spcPts val="0"/>
              </a:spcBef>
              <a:buNone/>
              <a:defRPr sz="800" b="0" i="0" u="none">
                <a:solidFill>
                  <a:schemeClr val="tx1"/>
                </a:solidFill>
                <a:latin typeface="+mn-lt"/>
              </a:defRPr>
            </a:lvl8pPr>
            <a:lvl9pPr marL="0" indent="0">
              <a:lnSpc>
                <a:spcPct val="100000"/>
              </a:lnSpc>
              <a:spcBef>
                <a:spcPts val="0"/>
              </a:spcBef>
              <a:buFont typeface="Arial" panose="020B0604020202020204" pitchFamily="34" charset="0"/>
              <a:buNone/>
              <a:defRPr sz="800" b="0" i="0" u="none">
                <a:solidFill>
                  <a:schemeClr val="tx1"/>
                </a:solidFill>
                <a:latin typeface="+mn-lt"/>
              </a:defRPr>
            </a:lvl9pPr>
          </a:lstStyle>
          <a:p>
            <a:pPr lvl="0"/>
            <a:r>
              <a:rPr lang="de-DE"/>
              <a:t>Funktion/Firma</a:t>
            </a:r>
          </a:p>
        </p:txBody>
      </p:sp>
      <p:sp>
        <p:nvSpPr>
          <p:cNvPr id="63" name="Textplatzhalter 13"/>
          <p:cNvSpPr>
            <a:spLocks noGrp="1"/>
          </p:cNvSpPr>
          <p:nvPr>
            <p:ph type="body" sz="quarter" idx="52" hasCustomPrompt="1"/>
          </p:nvPr>
        </p:nvSpPr>
        <p:spPr>
          <a:xfrm>
            <a:off x="4900136" y="5508000"/>
            <a:ext cx="2482854" cy="540000"/>
          </a:xfrm>
        </p:spPr>
        <p:txBody>
          <a:bodyPr/>
          <a:lstStyle>
            <a:lvl1pPr marL="0" indent="0">
              <a:lnSpc>
                <a:spcPct val="100000"/>
              </a:lnSpc>
              <a:spcBef>
                <a:spcPts val="0"/>
              </a:spcBef>
              <a:buNone/>
              <a:defRPr sz="800" b="0" i="0" u="none">
                <a:solidFill>
                  <a:schemeClr val="tx1"/>
                </a:solidFill>
                <a:latin typeface="+mn-lt"/>
              </a:defRPr>
            </a:lvl1pPr>
            <a:lvl2pPr marL="0" indent="0">
              <a:lnSpc>
                <a:spcPct val="100000"/>
              </a:lnSpc>
              <a:spcBef>
                <a:spcPts val="0"/>
              </a:spcBef>
              <a:buFont typeface="Arial" panose="020B0604020202020204" pitchFamily="34" charset="0"/>
              <a:buNone/>
              <a:defRPr sz="800" b="0" i="0" u="none">
                <a:solidFill>
                  <a:schemeClr val="tx1"/>
                </a:solidFill>
                <a:latin typeface="+mn-lt"/>
              </a:defRPr>
            </a:lvl2pPr>
            <a:lvl3pPr marL="0" indent="0">
              <a:lnSpc>
                <a:spcPct val="100000"/>
              </a:lnSpc>
              <a:spcBef>
                <a:spcPts val="0"/>
              </a:spcBef>
              <a:buFont typeface="Arial" panose="020B0604020202020204" pitchFamily="34" charset="0"/>
              <a:buNone/>
              <a:defRPr sz="800" b="0" i="0" u="none">
                <a:solidFill>
                  <a:schemeClr val="tx1"/>
                </a:solidFill>
                <a:latin typeface="+mn-lt"/>
              </a:defRPr>
            </a:lvl3pPr>
            <a:lvl4pPr marL="0" indent="0">
              <a:lnSpc>
                <a:spcPct val="100000"/>
              </a:lnSpc>
              <a:spcBef>
                <a:spcPts val="0"/>
              </a:spcBef>
              <a:buFont typeface="Arial" panose="020B0604020202020204" pitchFamily="34" charset="0"/>
              <a:buNone/>
              <a:defRPr sz="800" b="0" i="0" u="none">
                <a:solidFill>
                  <a:schemeClr val="tx1"/>
                </a:solidFill>
                <a:latin typeface="+mn-lt"/>
              </a:defRPr>
            </a:lvl4pPr>
            <a:lvl5pPr marL="0" indent="0">
              <a:lnSpc>
                <a:spcPct val="100000"/>
              </a:lnSpc>
              <a:spcBef>
                <a:spcPts val="0"/>
              </a:spcBef>
              <a:buNone/>
              <a:defRPr sz="800" b="0" i="0" u="none">
                <a:solidFill>
                  <a:schemeClr val="tx1"/>
                </a:solidFill>
                <a:latin typeface="+mn-lt"/>
              </a:defRPr>
            </a:lvl5pPr>
            <a:lvl6pPr marL="0" indent="0">
              <a:lnSpc>
                <a:spcPct val="100000"/>
              </a:lnSpc>
              <a:spcBef>
                <a:spcPts val="0"/>
              </a:spcBef>
              <a:buFont typeface="Arial" panose="020B0604020202020204" pitchFamily="34" charset="0"/>
              <a:buNone/>
              <a:defRPr sz="800" b="0" i="0" u="none">
                <a:solidFill>
                  <a:schemeClr val="tx1"/>
                </a:solidFill>
                <a:latin typeface="+mn-lt"/>
              </a:defRPr>
            </a:lvl6pPr>
            <a:lvl7pPr marL="0" indent="0">
              <a:lnSpc>
                <a:spcPct val="100000"/>
              </a:lnSpc>
              <a:spcBef>
                <a:spcPts val="0"/>
              </a:spcBef>
              <a:buFont typeface="Arial" panose="020B0604020202020204" pitchFamily="34" charset="0"/>
              <a:buNone/>
              <a:defRPr sz="800" b="0" i="0" u="none">
                <a:solidFill>
                  <a:schemeClr val="tx1"/>
                </a:solidFill>
                <a:latin typeface="+mn-lt"/>
              </a:defRPr>
            </a:lvl7pPr>
            <a:lvl8pPr marL="0" indent="0">
              <a:lnSpc>
                <a:spcPct val="100000"/>
              </a:lnSpc>
              <a:spcBef>
                <a:spcPts val="0"/>
              </a:spcBef>
              <a:buNone/>
              <a:defRPr sz="800" b="0" i="0" u="none">
                <a:solidFill>
                  <a:schemeClr val="tx1"/>
                </a:solidFill>
                <a:latin typeface="+mn-lt"/>
              </a:defRPr>
            </a:lvl8pPr>
            <a:lvl9pPr marL="0" indent="0">
              <a:lnSpc>
                <a:spcPct val="100000"/>
              </a:lnSpc>
              <a:spcBef>
                <a:spcPts val="0"/>
              </a:spcBef>
              <a:buFont typeface="Arial" panose="020B0604020202020204" pitchFamily="34" charset="0"/>
              <a:buNone/>
              <a:defRPr sz="800" b="0" i="0" u="none">
                <a:solidFill>
                  <a:schemeClr val="tx1"/>
                </a:solidFill>
                <a:latin typeface="+mn-lt"/>
              </a:defRPr>
            </a:lvl9pPr>
          </a:lstStyle>
          <a:p>
            <a:pPr lvl="0"/>
            <a:r>
              <a:rPr lang="de-DE"/>
              <a:t>Funktion/Firma</a:t>
            </a:r>
          </a:p>
        </p:txBody>
      </p:sp>
      <p:sp>
        <p:nvSpPr>
          <p:cNvPr id="64" name="Textplatzhalter 13"/>
          <p:cNvSpPr>
            <a:spLocks noGrp="1"/>
          </p:cNvSpPr>
          <p:nvPr>
            <p:ph type="body" sz="quarter" idx="53" hasCustomPrompt="1"/>
          </p:nvPr>
        </p:nvSpPr>
        <p:spPr>
          <a:xfrm>
            <a:off x="4900136" y="4050000"/>
            <a:ext cx="2482854" cy="540000"/>
          </a:xfrm>
        </p:spPr>
        <p:txBody>
          <a:bodyPr/>
          <a:lstStyle>
            <a:lvl1pPr marL="0" indent="0">
              <a:lnSpc>
                <a:spcPct val="100000"/>
              </a:lnSpc>
              <a:spcBef>
                <a:spcPts val="0"/>
              </a:spcBef>
              <a:buNone/>
              <a:defRPr sz="800" b="0" i="0" u="none">
                <a:solidFill>
                  <a:schemeClr val="tx1"/>
                </a:solidFill>
                <a:latin typeface="+mn-lt"/>
              </a:defRPr>
            </a:lvl1pPr>
            <a:lvl2pPr marL="0" indent="0">
              <a:lnSpc>
                <a:spcPct val="100000"/>
              </a:lnSpc>
              <a:spcBef>
                <a:spcPts val="0"/>
              </a:spcBef>
              <a:buFont typeface="Arial" panose="020B0604020202020204" pitchFamily="34" charset="0"/>
              <a:buNone/>
              <a:defRPr sz="800" b="0" i="0" u="none">
                <a:solidFill>
                  <a:schemeClr val="tx1"/>
                </a:solidFill>
                <a:latin typeface="+mn-lt"/>
              </a:defRPr>
            </a:lvl2pPr>
            <a:lvl3pPr marL="0" indent="0">
              <a:lnSpc>
                <a:spcPct val="100000"/>
              </a:lnSpc>
              <a:spcBef>
                <a:spcPts val="0"/>
              </a:spcBef>
              <a:buFont typeface="Arial" panose="020B0604020202020204" pitchFamily="34" charset="0"/>
              <a:buNone/>
              <a:defRPr sz="800" b="0" i="0" u="none">
                <a:solidFill>
                  <a:schemeClr val="tx1"/>
                </a:solidFill>
                <a:latin typeface="+mn-lt"/>
              </a:defRPr>
            </a:lvl3pPr>
            <a:lvl4pPr marL="0" indent="0">
              <a:lnSpc>
                <a:spcPct val="100000"/>
              </a:lnSpc>
              <a:spcBef>
                <a:spcPts val="0"/>
              </a:spcBef>
              <a:buFont typeface="Arial" panose="020B0604020202020204" pitchFamily="34" charset="0"/>
              <a:buNone/>
              <a:defRPr sz="800" b="0" i="0" u="none">
                <a:solidFill>
                  <a:schemeClr val="tx1"/>
                </a:solidFill>
                <a:latin typeface="+mn-lt"/>
              </a:defRPr>
            </a:lvl4pPr>
            <a:lvl5pPr marL="0" indent="0">
              <a:lnSpc>
                <a:spcPct val="100000"/>
              </a:lnSpc>
              <a:spcBef>
                <a:spcPts val="0"/>
              </a:spcBef>
              <a:buNone/>
              <a:defRPr sz="800" b="0" i="0" u="none">
                <a:solidFill>
                  <a:schemeClr val="tx1"/>
                </a:solidFill>
                <a:latin typeface="+mn-lt"/>
              </a:defRPr>
            </a:lvl5pPr>
            <a:lvl6pPr marL="0" indent="0">
              <a:lnSpc>
                <a:spcPct val="100000"/>
              </a:lnSpc>
              <a:spcBef>
                <a:spcPts val="0"/>
              </a:spcBef>
              <a:buFont typeface="Arial" panose="020B0604020202020204" pitchFamily="34" charset="0"/>
              <a:buNone/>
              <a:defRPr sz="800" b="0" i="0" u="none">
                <a:solidFill>
                  <a:schemeClr val="tx1"/>
                </a:solidFill>
                <a:latin typeface="+mn-lt"/>
              </a:defRPr>
            </a:lvl6pPr>
            <a:lvl7pPr marL="0" indent="0">
              <a:lnSpc>
                <a:spcPct val="100000"/>
              </a:lnSpc>
              <a:spcBef>
                <a:spcPts val="0"/>
              </a:spcBef>
              <a:buFont typeface="Arial" panose="020B0604020202020204" pitchFamily="34" charset="0"/>
              <a:buNone/>
              <a:defRPr sz="800" b="0" i="0" u="none">
                <a:solidFill>
                  <a:schemeClr val="tx1"/>
                </a:solidFill>
                <a:latin typeface="+mn-lt"/>
              </a:defRPr>
            </a:lvl7pPr>
            <a:lvl8pPr marL="0" indent="0">
              <a:lnSpc>
                <a:spcPct val="100000"/>
              </a:lnSpc>
              <a:spcBef>
                <a:spcPts val="0"/>
              </a:spcBef>
              <a:buNone/>
              <a:defRPr sz="800" b="0" i="0" u="none">
                <a:solidFill>
                  <a:schemeClr val="tx1"/>
                </a:solidFill>
                <a:latin typeface="+mn-lt"/>
              </a:defRPr>
            </a:lvl8pPr>
            <a:lvl9pPr marL="0" indent="0">
              <a:lnSpc>
                <a:spcPct val="100000"/>
              </a:lnSpc>
              <a:spcBef>
                <a:spcPts val="0"/>
              </a:spcBef>
              <a:buFont typeface="Arial" panose="020B0604020202020204" pitchFamily="34" charset="0"/>
              <a:buNone/>
              <a:defRPr sz="800" b="0" i="0" u="none">
                <a:solidFill>
                  <a:schemeClr val="tx1"/>
                </a:solidFill>
                <a:latin typeface="+mn-lt"/>
              </a:defRPr>
            </a:lvl9pPr>
          </a:lstStyle>
          <a:p>
            <a:pPr lvl="0"/>
            <a:r>
              <a:rPr lang="de-DE"/>
              <a:t>Funktion/Firma</a:t>
            </a:r>
          </a:p>
        </p:txBody>
      </p:sp>
      <p:sp>
        <p:nvSpPr>
          <p:cNvPr id="65" name="Textplatzhalter 13"/>
          <p:cNvSpPr>
            <a:spLocks noGrp="1"/>
          </p:cNvSpPr>
          <p:nvPr>
            <p:ph type="body" sz="quarter" idx="54" hasCustomPrompt="1"/>
          </p:nvPr>
        </p:nvSpPr>
        <p:spPr>
          <a:xfrm>
            <a:off x="930406" y="4050000"/>
            <a:ext cx="2482854" cy="540000"/>
          </a:xfrm>
        </p:spPr>
        <p:txBody>
          <a:bodyPr/>
          <a:lstStyle>
            <a:lvl1pPr marL="0" indent="0">
              <a:lnSpc>
                <a:spcPct val="100000"/>
              </a:lnSpc>
              <a:spcBef>
                <a:spcPts val="0"/>
              </a:spcBef>
              <a:buNone/>
              <a:defRPr sz="800" b="0" i="0" u="none">
                <a:solidFill>
                  <a:schemeClr val="tx1"/>
                </a:solidFill>
                <a:latin typeface="+mn-lt"/>
              </a:defRPr>
            </a:lvl1pPr>
            <a:lvl2pPr marL="0" indent="0">
              <a:lnSpc>
                <a:spcPct val="100000"/>
              </a:lnSpc>
              <a:spcBef>
                <a:spcPts val="0"/>
              </a:spcBef>
              <a:buFont typeface="Arial" panose="020B0604020202020204" pitchFamily="34" charset="0"/>
              <a:buNone/>
              <a:defRPr sz="800" b="0" i="0" u="none">
                <a:solidFill>
                  <a:schemeClr val="tx1"/>
                </a:solidFill>
                <a:latin typeface="+mn-lt"/>
              </a:defRPr>
            </a:lvl2pPr>
            <a:lvl3pPr marL="0" indent="0">
              <a:lnSpc>
                <a:spcPct val="100000"/>
              </a:lnSpc>
              <a:spcBef>
                <a:spcPts val="0"/>
              </a:spcBef>
              <a:buFont typeface="Arial" panose="020B0604020202020204" pitchFamily="34" charset="0"/>
              <a:buNone/>
              <a:defRPr sz="800" b="0" i="0" u="none">
                <a:solidFill>
                  <a:schemeClr val="tx1"/>
                </a:solidFill>
                <a:latin typeface="+mn-lt"/>
              </a:defRPr>
            </a:lvl3pPr>
            <a:lvl4pPr marL="0" indent="0">
              <a:lnSpc>
                <a:spcPct val="100000"/>
              </a:lnSpc>
              <a:spcBef>
                <a:spcPts val="0"/>
              </a:spcBef>
              <a:buFont typeface="Arial" panose="020B0604020202020204" pitchFamily="34" charset="0"/>
              <a:buNone/>
              <a:defRPr sz="800" b="0" i="0" u="none">
                <a:solidFill>
                  <a:schemeClr val="tx1"/>
                </a:solidFill>
                <a:latin typeface="+mn-lt"/>
              </a:defRPr>
            </a:lvl4pPr>
            <a:lvl5pPr marL="0" indent="0">
              <a:lnSpc>
                <a:spcPct val="100000"/>
              </a:lnSpc>
              <a:spcBef>
                <a:spcPts val="0"/>
              </a:spcBef>
              <a:buNone/>
              <a:defRPr sz="800" b="0" i="0" u="none">
                <a:solidFill>
                  <a:schemeClr val="tx1"/>
                </a:solidFill>
                <a:latin typeface="+mn-lt"/>
              </a:defRPr>
            </a:lvl5pPr>
            <a:lvl6pPr marL="0" indent="0">
              <a:lnSpc>
                <a:spcPct val="100000"/>
              </a:lnSpc>
              <a:spcBef>
                <a:spcPts val="0"/>
              </a:spcBef>
              <a:buFont typeface="Arial" panose="020B0604020202020204" pitchFamily="34" charset="0"/>
              <a:buNone/>
              <a:defRPr sz="800" b="0" i="0" u="none">
                <a:solidFill>
                  <a:schemeClr val="tx1"/>
                </a:solidFill>
                <a:latin typeface="+mn-lt"/>
              </a:defRPr>
            </a:lvl6pPr>
            <a:lvl7pPr marL="0" indent="0">
              <a:lnSpc>
                <a:spcPct val="100000"/>
              </a:lnSpc>
              <a:spcBef>
                <a:spcPts val="0"/>
              </a:spcBef>
              <a:buFont typeface="Arial" panose="020B0604020202020204" pitchFamily="34" charset="0"/>
              <a:buNone/>
              <a:defRPr sz="800" b="0" i="0" u="none">
                <a:solidFill>
                  <a:schemeClr val="tx1"/>
                </a:solidFill>
                <a:latin typeface="+mn-lt"/>
              </a:defRPr>
            </a:lvl7pPr>
            <a:lvl8pPr marL="0" indent="0">
              <a:lnSpc>
                <a:spcPct val="100000"/>
              </a:lnSpc>
              <a:spcBef>
                <a:spcPts val="0"/>
              </a:spcBef>
              <a:buNone/>
              <a:defRPr sz="800" b="0" i="0" u="none">
                <a:solidFill>
                  <a:schemeClr val="tx1"/>
                </a:solidFill>
                <a:latin typeface="+mn-lt"/>
              </a:defRPr>
            </a:lvl8pPr>
            <a:lvl9pPr marL="0" indent="0">
              <a:lnSpc>
                <a:spcPct val="100000"/>
              </a:lnSpc>
              <a:spcBef>
                <a:spcPts val="0"/>
              </a:spcBef>
              <a:buFont typeface="Arial" panose="020B0604020202020204" pitchFamily="34" charset="0"/>
              <a:buNone/>
              <a:defRPr sz="800" b="0" i="0" u="none">
                <a:solidFill>
                  <a:schemeClr val="tx1"/>
                </a:solidFill>
                <a:latin typeface="+mn-lt"/>
              </a:defRPr>
            </a:lvl9pPr>
          </a:lstStyle>
          <a:p>
            <a:pPr lvl="0"/>
            <a:r>
              <a:rPr lang="de-DE"/>
              <a:t>Funktion/Firma</a:t>
            </a:r>
          </a:p>
        </p:txBody>
      </p:sp>
      <p:sp>
        <p:nvSpPr>
          <p:cNvPr id="66" name="Textplatzhalter 13"/>
          <p:cNvSpPr>
            <a:spLocks noGrp="1"/>
          </p:cNvSpPr>
          <p:nvPr>
            <p:ph type="body" sz="quarter" idx="55" hasCustomPrompt="1"/>
          </p:nvPr>
        </p:nvSpPr>
        <p:spPr>
          <a:xfrm>
            <a:off x="930406" y="5508000"/>
            <a:ext cx="2482854" cy="540000"/>
          </a:xfrm>
        </p:spPr>
        <p:txBody>
          <a:bodyPr/>
          <a:lstStyle>
            <a:lvl1pPr marL="0" indent="0">
              <a:lnSpc>
                <a:spcPct val="100000"/>
              </a:lnSpc>
              <a:spcBef>
                <a:spcPts val="0"/>
              </a:spcBef>
              <a:buNone/>
              <a:defRPr sz="800" b="0" i="0" u="none">
                <a:solidFill>
                  <a:schemeClr val="tx1"/>
                </a:solidFill>
                <a:latin typeface="+mn-lt"/>
              </a:defRPr>
            </a:lvl1pPr>
            <a:lvl2pPr marL="0" indent="0">
              <a:lnSpc>
                <a:spcPct val="100000"/>
              </a:lnSpc>
              <a:spcBef>
                <a:spcPts val="0"/>
              </a:spcBef>
              <a:buFont typeface="Arial" panose="020B0604020202020204" pitchFamily="34" charset="0"/>
              <a:buNone/>
              <a:defRPr sz="800" b="0" i="0" u="none">
                <a:solidFill>
                  <a:schemeClr val="tx1"/>
                </a:solidFill>
                <a:latin typeface="+mn-lt"/>
              </a:defRPr>
            </a:lvl2pPr>
            <a:lvl3pPr marL="0" indent="0">
              <a:lnSpc>
                <a:spcPct val="100000"/>
              </a:lnSpc>
              <a:spcBef>
                <a:spcPts val="0"/>
              </a:spcBef>
              <a:buFont typeface="Arial" panose="020B0604020202020204" pitchFamily="34" charset="0"/>
              <a:buNone/>
              <a:defRPr sz="800" b="0" i="0" u="none">
                <a:solidFill>
                  <a:schemeClr val="tx1"/>
                </a:solidFill>
                <a:latin typeface="+mn-lt"/>
              </a:defRPr>
            </a:lvl3pPr>
            <a:lvl4pPr marL="0" indent="0">
              <a:lnSpc>
                <a:spcPct val="100000"/>
              </a:lnSpc>
              <a:spcBef>
                <a:spcPts val="0"/>
              </a:spcBef>
              <a:buFont typeface="Arial" panose="020B0604020202020204" pitchFamily="34" charset="0"/>
              <a:buNone/>
              <a:defRPr sz="800" b="0" i="0" u="none">
                <a:solidFill>
                  <a:schemeClr val="tx1"/>
                </a:solidFill>
                <a:latin typeface="+mn-lt"/>
              </a:defRPr>
            </a:lvl4pPr>
            <a:lvl5pPr marL="0" indent="0">
              <a:lnSpc>
                <a:spcPct val="100000"/>
              </a:lnSpc>
              <a:spcBef>
                <a:spcPts val="0"/>
              </a:spcBef>
              <a:buNone/>
              <a:defRPr sz="800" b="0" i="0" u="none">
                <a:solidFill>
                  <a:schemeClr val="tx1"/>
                </a:solidFill>
                <a:latin typeface="+mn-lt"/>
              </a:defRPr>
            </a:lvl5pPr>
            <a:lvl6pPr marL="0" indent="0">
              <a:lnSpc>
                <a:spcPct val="100000"/>
              </a:lnSpc>
              <a:spcBef>
                <a:spcPts val="0"/>
              </a:spcBef>
              <a:buFont typeface="Arial" panose="020B0604020202020204" pitchFamily="34" charset="0"/>
              <a:buNone/>
              <a:defRPr sz="800" b="0" i="0" u="none">
                <a:solidFill>
                  <a:schemeClr val="tx1"/>
                </a:solidFill>
                <a:latin typeface="+mn-lt"/>
              </a:defRPr>
            </a:lvl6pPr>
            <a:lvl7pPr marL="0" indent="0">
              <a:lnSpc>
                <a:spcPct val="100000"/>
              </a:lnSpc>
              <a:spcBef>
                <a:spcPts val="0"/>
              </a:spcBef>
              <a:buFont typeface="Arial" panose="020B0604020202020204" pitchFamily="34" charset="0"/>
              <a:buNone/>
              <a:defRPr sz="800" b="0" i="0" u="none">
                <a:solidFill>
                  <a:schemeClr val="tx1"/>
                </a:solidFill>
                <a:latin typeface="+mn-lt"/>
              </a:defRPr>
            </a:lvl7pPr>
            <a:lvl8pPr marL="0" indent="0">
              <a:lnSpc>
                <a:spcPct val="100000"/>
              </a:lnSpc>
              <a:spcBef>
                <a:spcPts val="0"/>
              </a:spcBef>
              <a:buNone/>
              <a:defRPr sz="800" b="0" i="0" u="none">
                <a:solidFill>
                  <a:schemeClr val="tx1"/>
                </a:solidFill>
                <a:latin typeface="+mn-lt"/>
              </a:defRPr>
            </a:lvl8pPr>
            <a:lvl9pPr marL="0" indent="0">
              <a:lnSpc>
                <a:spcPct val="100000"/>
              </a:lnSpc>
              <a:spcBef>
                <a:spcPts val="0"/>
              </a:spcBef>
              <a:buFont typeface="Arial" panose="020B0604020202020204" pitchFamily="34" charset="0"/>
              <a:buNone/>
              <a:defRPr sz="800" b="0" i="0" u="none">
                <a:solidFill>
                  <a:schemeClr val="tx1"/>
                </a:solidFill>
                <a:latin typeface="+mn-lt"/>
              </a:defRPr>
            </a:lvl9pPr>
          </a:lstStyle>
          <a:p>
            <a:pPr lvl="0"/>
            <a:r>
              <a:rPr lang="de-DE"/>
              <a:t>Funktion/Firma</a:t>
            </a:r>
          </a:p>
        </p:txBody>
      </p:sp>
      <p:sp>
        <p:nvSpPr>
          <p:cNvPr id="67" name="Textplatzhalter 13"/>
          <p:cNvSpPr>
            <a:spLocks noGrp="1"/>
          </p:cNvSpPr>
          <p:nvPr>
            <p:ph type="body" sz="quarter" idx="56" hasCustomPrompt="1"/>
          </p:nvPr>
        </p:nvSpPr>
        <p:spPr>
          <a:xfrm>
            <a:off x="8869867" y="5508000"/>
            <a:ext cx="2482854" cy="540000"/>
          </a:xfrm>
        </p:spPr>
        <p:txBody>
          <a:bodyPr/>
          <a:lstStyle>
            <a:lvl1pPr marL="0" indent="0">
              <a:lnSpc>
                <a:spcPct val="100000"/>
              </a:lnSpc>
              <a:spcBef>
                <a:spcPts val="0"/>
              </a:spcBef>
              <a:buNone/>
              <a:defRPr sz="800" b="0" i="0" u="none">
                <a:solidFill>
                  <a:schemeClr val="tx1"/>
                </a:solidFill>
                <a:latin typeface="+mn-lt"/>
              </a:defRPr>
            </a:lvl1pPr>
            <a:lvl2pPr marL="0" indent="0">
              <a:lnSpc>
                <a:spcPct val="100000"/>
              </a:lnSpc>
              <a:spcBef>
                <a:spcPts val="0"/>
              </a:spcBef>
              <a:buFont typeface="Arial" panose="020B0604020202020204" pitchFamily="34" charset="0"/>
              <a:buNone/>
              <a:defRPr sz="800" b="0" i="0" u="none">
                <a:solidFill>
                  <a:schemeClr val="tx1"/>
                </a:solidFill>
                <a:latin typeface="+mn-lt"/>
              </a:defRPr>
            </a:lvl2pPr>
            <a:lvl3pPr marL="0" indent="0">
              <a:lnSpc>
                <a:spcPct val="100000"/>
              </a:lnSpc>
              <a:spcBef>
                <a:spcPts val="0"/>
              </a:spcBef>
              <a:buFont typeface="Arial" panose="020B0604020202020204" pitchFamily="34" charset="0"/>
              <a:buNone/>
              <a:defRPr sz="800" b="0" i="0" u="none">
                <a:solidFill>
                  <a:schemeClr val="tx1"/>
                </a:solidFill>
                <a:latin typeface="+mn-lt"/>
              </a:defRPr>
            </a:lvl3pPr>
            <a:lvl4pPr marL="0" indent="0">
              <a:lnSpc>
                <a:spcPct val="100000"/>
              </a:lnSpc>
              <a:spcBef>
                <a:spcPts val="0"/>
              </a:spcBef>
              <a:buFont typeface="Arial" panose="020B0604020202020204" pitchFamily="34" charset="0"/>
              <a:buNone/>
              <a:defRPr sz="800" b="0" i="0" u="none">
                <a:solidFill>
                  <a:schemeClr val="tx1"/>
                </a:solidFill>
                <a:latin typeface="+mn-lt"/>
              </a:defRPr>
            </a:lvl4pPr>
            <a:lvl5pPr marL="0" indent="0">
              <a:lnSpc>
                <a:spcPct val="100000"/>
              </a:lnSpc>
              <a:spcBef>
                <a:spcPts val="0"/>
              </a:spcBef>
              <a:buNone/>
              <a:defRPr sz="800" b="0" i="0" u="none">
                <a:solidFill>
                  <a:schemeClr val="tx1"/>
                </a:solidFill>
                <a:latin typeface="+mn-lt"/>
              </a:defRPr>
            </a:lvl5pPr>
            <a:lvl6pPr marL="0" indent="0">
              <a:lnSpc>
                <a:spcPct val="100000"/>
              </a:lnSpc>
              <a:spcBef>
                <a:spcPts val="0"/>
              </a:spcBef>
              <a:buFont typeface="Arial" panose="020B0604020202020204" pitchFamily="34" charset="0"/>
              <a:buNone/>
              <a:defRPr sz="800" b="0" i="0" u="none">
                <a:solidFill>
                  <a:schemeClr val="tx1"/>
                </a:solidFill>
                <a:latin typeface="+mn-lt"/>
              </a:defRPr>
            </a:lvl6pPr>
            <a:lvl7pPr marL="0" indent="0">
              <a:lnSpc>
                <a:spcPct val="100000"/>
              </a:lnSpc>
              <a:spcBef>
                <a:spcPts val="0"/>
              </a:spcBef>
              <a:buFont typeface="Arial" panose="020B0604020202020204" pitchFamily="34" charset="0"/>
              <a:buNone/>
              <a:defRPr sz="800" b="0" i="0" u="none">
                <a:solidFill>
                  <a:schemeClr val="tx1"/>
                </a:solidFill>
                <a:latin typeface="+mn-lt"/>
              </a:defRPr>
            </a:lvl7pPr>
            <a:lvl8pPr marL="0" indent="0">
              <a:lnSpc>
                <a:spcPct val="100000"/>
              </a:lnSpc>
              <a:spcBef>
                <a:spcPts val="0"/>
              </a:spcBef>
              <a:buNone/>
              <a:defRPr sz="800" b="0" i="0" u="none">
                <a:solidFill>
                  <a:schemeClr val="tx1"/>
                </a:solidFill>
                <a:latin typeface="+mn-lt"/>
              </a:defRPr>
            </a:lvl8pPr>
            <a:lvl9pPr marL="0" indent="0">
              <a:lnSpc>
                <a:spcPct val="100000"/>
              </a:lnSpc>
              <a:spcBef>
                <a:spcPts val="0"/>
              </a:spcBef>
              <a:buFont typeface="Arial" panose="020B0604020202020204" pitchFamily="34" charset="0"/>
              <a:buNone/>
              <a:defRPr sz="800" b="0" i="0" u="none">
                <a:solidFill>
                  <a:schemeClr val="tx1"/>
                </a:solidFill>
                <a:latin typeface="+mn-lt"/>
              </a:defRPr>
            </a:lvl9pPr>
          </a:lstStyle>
          <a:p>
            <a:pPr lvl="0"/>
            <a:r>
              <a:rPr lang="de-DE"/>
              <a:t>Funktion/Firma</a:t>
            </a:r>
          </a:p>
        </p:txBody>
      </p:sp>
    </p:spTree>
    <p:extLst>
      <p:ext uri="{BB962C8B-B14F-4D97-AF65-F5344CB8AC3E}">
        <p14:creationId xmlns:p14="http://schemas.microsoft.com/office/powerpoint/2010/main" val="3414529779"/>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Nur Headlin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r>
              <a:rPr lang="de-DE"/>
              <a:t>Prof. Dr.-Ing. F. Leitner-Fischer / Daniel Stimac</a:t>
            </a:r>
          </a:p>
        </p:txBody>
      </p:sp>
      <p:sp>
        <p:nvSpPr>
          <p:cNvPr id="4" name="Fußzeilenplatzhalter 3"/>
          <p:cNvSpPr>
            <a:spLocks noGrp="1"/>
          </p:cNvSpPr>
          <p:nvPr>
            <p:ph type="ftr" sz="quarter" idx="11"/>
          </p:nvPr>
        </p:nvSpPr>
        <p:spPr/>
        <p:txBody>
          <a:bodyPr/>
          <a:lstStyle/>
          <a:p>
            <a:r>
              <a:rPr lang="de-DE"/>
              <a:t>Software Engineering</a:t>
            </a:r>
          </a:p>
        </p:txBody>
      </p:sp>
      <p:sp>
        <p:nvSpPr>
          <p:cNvPr id="5" name="Foliennummernplatzhalter 4"/>
          <p:cNvSpPr>
            <a:spLocks noGrp="1"/>
          </p:cNvSpPr>
          <p:nvPr>
            <p:ph type="sldNum" sz="quarter" idx="12"/>
          </p:nvPr>
        </p:nvSpPr>
        <p:spPr/>
        <p:txBody>
          <a:bodyPr/>
          <a:lstStyle/>
          <a:p>
            <a:fld id="{F5A77263-DD59-416C-A906-BA1A9DD16C04}" type="slidenum">
              <a:rPr lang="de-DE" smtClean="0"/>
              <a:pPr/>
              <a:t>‹Nr.›</a:t>
            </a:fld>
            <a:endParaRPr lang="de-DE"/>
          </a:p>
        </p:txBody>
      </p:sp>
      <p:sp>
        <p:nvSpPr>
          <p:cNvPr id="6" name="Titel 5"/>
          <p:cNvSpPr>
            <a:spLocks noGrp="1"/>
          </p:cNvSpPr>
          <p:nvPr>
            <p:ph type="title" hasCustomPrompt="1"/>
          </p:nvPr>
        </p:nvSpPr>
        <p:spPr/>
        <p:txBody>
          <a:bodyPr/>
          <a:lstStyle/>
          <a:p>
            <a:r>
              <a:rPr lang="de-DE"/>
              <a:t>Headline</a:t>
            </a:r>
          </a:p>
        </p:txBody>
      </p:sp>
      <p:sp>
        <p:nvSpPr>
          <p:cNvPr id="13" name="Textplatzhalter 9"/>
          <p:cNvSpPr>
            <a:spLocks noGrp="1"/>
          </p:cNvSpPr>
          <p:nvPr>
            <p:ph type="body" sz="quarter" idx="15" hasCustomPrompt="1"/>
          </p:nvPr>
        </p:nvSpPr>
        <p:spPr>
          <a:xfrm>
            <a:off x="754138" y="5940110"/>
            <a:ext cx="10688852" cy="288000"/>
          </a:xfrm>
        </p:spPr>
        <p:txBody>
          <a:bodyPr anchor="b" anchorCtr="0"/>
          <a:lstStyle>
            <a:lvl1pPr marL="53997" indent="-53997">
              <a:lnSpc>
                <a:spcPct val="100000"/>
              </a:lnSpc>
              <a:spcBef>
                <a:spcPts val="0"/>
              </a:spcBef>
              <a:buFont typeface="Arial" panose="020B0604020202020204" pitchFamily="34" charset="0"/>
              <a:buChar char="*"/>
              <a:defRPr sz="800" b="0" cap="none" baseline="0">
                <a:solidFill>
                  <a:schemeClr val="tx1"/>
                </a:solidFill>
                <a:latin typeface="+mn-lt"/>
              </a:defRPr>
            </a:lvl1pPr>
            <a:lvl2pPr marL="0" indent="0">
              <a:lnSpc>
                <a:spcPct val="100000"/>
              </a:lnSpc>
              <a:buFont typeface="Arial" panose="020B0604020202020204" pitchFamily="34" charset="0"/>
              <a:buNone/>
              <a:defRPr sz="800" b="0" cap="none">
                <a:solidFill>
                  <a:schemeClr val="tx1"/>
                </a:solidFill>
                <a:latin typeface="+mn-lt"/>
              </a:defRPr>
            </a:lvl2pPr>
            <a:lvl3pPr marL="0" indent="0">
              <a:lnSpc>
                <a:spcPct val="100000"/>
              </a:lnSpc>
              <a:buFont typeface="Arial" panose="020B0604020202020204" pitchFamily="34" charset="0"/>
              <a:buNone/>
              <a:defRPr sz="800" b="0" cap="none">
                <a:solidFill>
                  <a:schemeClr val="tx1"/>
                </a:solidFill>
                <a:latin typeface="+mn-lt"/>
              </a:defRPr>
            </a:lvl3pPr>
            <a:lvl4pPr marL="0" indent="0">
              <a:lnSpc>
                <a:spcPct val="100000"/>
              </a:lnSpc>
              <a:buFont typeface="Arial" panose="020B0604020202020204" pitchFamily="34" charset="0"/>
              <a:buNone/>
              <a:defRPr sz="800" b="0" cap="none">
                <a:solidFill>
                  <a:schemeClr val="tx1"/>
                </a:solidFill>
                <a:latin typeface="+mn-lt"/>
              </a:defRPr>
            </a:lvl4pPr>
            <a:lvl5pPr marL="0" indent="0">
              <a:lnSpc>
                <a:spcPct val="100000"/>
              </a:lnSpc>
              <a:buFont typeface="Arial" panose="020B0604020202020204" pitchFamily="34" charset="0"/>
              <a:buNone/>
              <a:defRPr sz="800" b="0" cap="none">
                <a:solidFill>
                  <a:schemeClr val="tx1"/>
                </a:solidFill>
                <a:latin typeface="+mn-lt"/>
              </a:defRPr>
            </a:lvl5pPr>
            <a:lvl6pPr marL="0" indent="0">
              <a:lnSpc>
                <a:spcPct val="100000"/>
              </a:lnSpc>
              <a:buFont typeface="Arial" panose="020B0604020202020204" pitchFamily="34" charset="0"/>
              <a:buNone/>
              <a:defRPr sz="800" b="0" cap="none">
                <a:solidFill>
                  <a:schemeClr val="tx1"/>
                </a:solidFill>
                <a:latin typeface="+mn-lt"/>
              </a:defRPr>
            </a:lvl6pPr>
            <a:lvl7pPr marL="0" indent="0">
              <a:lnSpc>
                <a:spcPct val="100000"/>
              </a:lnSpc>
              <a:buFont typeface="Arial" panose="020B0604020202020204" pitchFamily="34" charset="0"/>
              <a:buNone/>
              <a:defRPr sz="800" b="0" cap="none">
                <a:solidFill>
                  <a:schemeClr val="tx1"/>
                </a:solidFill>
                <a:latin typeface="+mn-lt"/>
              </a:defRPr>
            </a:lvl7pPr>
            <a:lvl8pPr marL="0" indent="0">
              <a:lnSpc>
                <a:spcPct val="100000"/>
              </a:lnSpc>
              <a:buFont typeface="Arial" panose="020B0604020202020204" pitchFamily="34" charset="0"/>
              <a:buNone/>
              <a:defRPr sz="800" b="0" cap="none">
                <a:solidFill>
                  <a:schemeClr val="tx1"/>
                </a:solidFill>
                <a:latin typeface="+mn-lt"/>
              </a:defRPr>
            </a:lvl8pPr>
            <a:lvl9pPr marL="0" indent="0">
              <a:lnSpc>
                <a:spcPct val="100000"/>
              </a:lnSpc>
              <a:buFont typeface="Arial" panose="020B0604020202020204" pitchFamily="34" charset="0"/>
              <a:buNone/>
              <a:defRPr sz="800" b="0" cap="none">
                <a:solidFill>
                  <a:schemeClr val="tx1"/>
                </a:solidFill>
                <a:latin typeface="+mn-lt"/>
              </a:defRPr>
            </a:lvl9pPr>
          </a:lstStyle>
          <a:p>
            <a:pPr lvl="0"/>
            <a:r>
              <a:rPr lang="de-DE"/>
              <a:t>Fußnote etc. einfügen // für Quellenangabe (bzw. ohne Sternchen): Start // Absatz // Listenebene erhöhen/verringern</a:t>
            </a:r>
          </a:p>
        </p:txBody>
      </p:sp>
    </p:spTree>
    <p:extLst>
      <p:ext uri="{BB962C8B-B14F-4D97-AF65-F5344CB8AC3E}">
        <p14:creationId xmlns:p14="http://schemas.microsoft.com/office/powerpoint/2010/main" val="3039915184"/>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Nur Headline 2-zeili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754140" y="1260478"/>
            <a:ext cx="10686896" cy="863599"/>
          </a:xfrm>
        </p:spPr>
        <p:txBody>
          <a:bodyPr/>
          <a:lstStyle>
            <a:lvl1pPr>
              <a:defRPr baseline="0"/>
            </a:lvl1pPr>
          </a:lstStyle>
          <a:p>
            <a:r>
              <a:rPr lang="de-DE"/>
              <a:t>Headline</a:t>
            </a:r>
            <a:br>
              <a:rPr lang="de-DE"/>
            </a:br>
            <a:r>
              <a:rPr lang="de-DE"/>
              <a:t>auch zweizeilig</a:t>
            </a:r>
          </a:p>
        </p:txBody>
      </p:sp>
      <p:sp>
        <p:nvSpPr>
          <p:cNvPr id="3" name="Datumsplatzhalter 2"/>
          <p:cNvSpPr>
            <a:spLocks noGrp="1"/>
          </p:cNvSpPr>
          <p:nvPr>
            <p:ph type="dt" sz="half" idx="10"/>
          </p:nvPr>
        </p:nvSpPr>
        <p:spPr/>
        <p:txBody>
          <a:bodyPr/>
          <a:lstStyle/>
          <a:p>
            <a:r>
              <a:rPr lang="de-DE"/>
              <a:t>Prof. Dr.-Ing. F. Leitner-Fischer / Daniel Stimac</a:t>
            </a:r>
          </a:p>
        </p:txBody>
      </p:sp>
      <p:sp>
        <p:nvSpPr>
          <p:cNvPr id="4" name="Fußzeilenplatzhalter 3"/>
          <p:cNvSpPr>
            <a:spLocks noGrp="1"/>
          </p:cNvSpPr>
          <p:nvPr>
            <p:ph type="ftr" sz="quarter" idx="11"/>
          </p:nvPr>
        </p:nvSpPr>
        <p:spPr/>
        <p:txBody>
          <a:bodyPr/>
          <a:lstStyle/>
          <a:p>
            <a:r>
              <a:rPr lang="de-DE"/>
              <a:t>Software Engineering</a:t>
            </a:r>
          </a:p>
        </p:txBody>
      </p:sp>
      <p:sp>
        <p:nvSpPr>
          <p:cNvPr id="5" name="Foliennummernplatzhalter 4"/>
          <p:cNvSpPr>
            <a:spLocks noGrp="1"/>
          </p:cNvSpPr>
          <p:nvPr>
            <p:ph type="sldNum" sz="quarter" idx="12"/>
          </p:nvPr>
        </p:nvSpPr>
        <p:spPr/>
        <p:txBody>
          <a:bodyPr/>
          <a:lstStyle/>
          <a:p>
            <a:fld id="{F5A77263-DD59-416C-A906-BA1A9DD16C04}" type="slidenum">
              <a:rPr lang="de-DE" smtClean="0"/>
              <a:pPr/>
              <a:t>‹Nr.›</a:t>
            </a:fld>
            <a:endParaRPr lang="de-DE"/>
          </a:p>
        </p:txBody>
      </p:sp>
      <p:sp>
        <p:nvSpPr>
          <p:cNvPr id="9" name="Textplatzhalter 9"/>
          <p:cNvSpPr>
            <a:spLocks noGrp="1"/>
          </p:cNvSpPr>
          <p:nvPr>
            <p:ph type="body" sz="quarter" idx="15" hasCustomPrompt="1"/>
          </p:nvPr>
        </p:nvSpPr>
        <p:spPr>
          <a:xfrm>
            <a:off x="754138" y="5940110"/>
            <a:ext cx="10688852" cy="288000"/>
          </a:xfrm>
        </p:spPr>
        <p:txBody>
          <a:bodyPr anchor="b" anchorCtr="0"/>
          <a:lstStyle>
            <a:lvl1pPr marL="53997" indent="-53997">
              <a:lnSpc>
                <a:spcPct val="100000"/>
              </a:lnSpc>
              <a:spcBef>
                <a:spcPts val="0"/>
              </a:spcBef>
              <a:buFont typeface="Arial" panose="020B0604020202020204" pitchFamily="34" charset="0"/>
              <a:buChar char="*"/>
              <a:defRPr sz="800" b="0" cap="none" baseline="0">
                <a:solidFill>
                  <a:schemeClr val="tx1"/>
                </a:solidFill>
                <a:latin typeface="+mn-lt"/>
              </a:defRPr>
            </a:lvl1pPr>
            <a:lvl2pPr marL="0" indent="0">
              <a:lnSpc>
                <a:spcPct val="100000"/>
              </a:lnSpc>
              <a:buFont typeface="Arial" panose="020B0604020202020204" pitchFamily="34" charset="0"/>
              <a:buNone/>
              <a:defRPr sz="800" b="0" cap="none">
                <a:solidFill>
                  <a:schemeClr val="tx1"/>
                </a:solidFill>
                <a:latin typeface="+mn-lt"/>
              </a:defRPr>
            </a:lvl2pPr>
            <a:lvl3pPr marL="0" indent="0">
              <a:lnSpc>
                <a:spcPct val="100000"/>
              </a:lnSpc>
              <a:buFont typeface="Arial" panose="020B0604020202020204" pitchFamily="34" charset="0"/>
              <a:buNone/>
              <a:defRPr sz="800" b="0" cap="none">
                <a:solidFill>
                  <a:schemeClr val="tx1"/>
                </a:solidFill>
                <a:latin typeface="+mn-lt"/>
              </a:defRPr>
            </a:lvl3pPr>
            <a:lvl4pPr marL="0" indent="0">
              <a:lnSpc>
                <a:spcPct val="100000"/>
              </a:lnSpc>
              <a:buFont typeface="Arial" panose="020B0604020202020204" pitchFamily="34" charset="0"/>
              <a:buNone/>
              <a:defRPr sz="800" b="0" cap="none">
                <a:solidFill>
                  <a:schemeClr val="tx1"/>
                </a:solidFill>
                <a:latin typeface="+mn-lt"/>
              </a:defRPr>
            </a:lvl4pPr>
            <a:lvl5pPr marL="0" indent="0">
              <a:lnSpc>
                <a:spcPct val="100000"/>
              </a:lnSpc>
              <a:buFont typeface="Arial" panose="020B0604020202020204" pitchFamily="34" charset="0"/>
              <a:buNone/>
              <a:defRPr sz="800" b="0" cap="none">
                <a:solidFill>
                  <a:schemeClr val="tx1"/>
                </a:solidFill>
                <a:latin typeface="+mn-lt"/>
              </a:defRPr>
            </a:lvl5pPr>
            <a:lvl6pPr marL="0" indent="0">
              <a:lnSpc>
                <a:spcPct val="100000"/>
              </a:lnSpc>
              <a:buFont typeface="Arial" panose="020B0604020202020204" pitchFamily="34" charset="0"/>
              <a:buNone/>
              <a:defRPr sz="800" b="0" cap="none">
                <a:solidFill>
                  <a:schemeClr val="tx1"/>
                </a:solidFill>
                <a:latin typeface="+mn-lt"/>
              </a:defRPr>
            </a:lvl6pPr>
            <a:lvl7pPr marL="0" indent="0">
              <a:lnSpc>
                <a:spcPct val="100000"/>
              </a:lnSpc>
              <a:buFont typeface="Arial" panose="020B0604020202020204" pitchFamily="34" charset="0"/>
              <a:buNone/>
              <a:defRPr sz="800" b="0" cap="none">
                <a:solidFill>
                  <a:schemeClr val="tx1"/>
                </a:solidFill>
                <a:latin typeface="+mn-lt"/>
              </a:defRPr>
            </a:lvl7pPr>
            <a:lvl8pPr marL="0" indent="0">
              <a:lnSpc>
                <a:spcPct val="100000"/>
              </a:lnSpc>
              <a:buFont typeface="Arial" panose="020B0604020202020204" pitchFamily="34" charset="0"/>
              <a:buNone/>
              <a:defRPr sz="800" b="0" cap="none">
                <a:solidFill>
                  <a:schemeClr val="tx1"/>
                </a:solidFill>
                <a:latin typeface="+mn-lt"/>
              </a:defRPr>
            </a:lvl8pPr>
            <a:lvl9pPr marL="0" indent="0">
              <a:lnSpc>
                <a:spcPct val="100000"/>
              </a:lnSpc>
              <a:buFont typeface="Arial" panose="020B0604020202020204" pitchFamily="34" charset="0"/>
              <a:buNone/>
              <a:defRPr sz="800" b="0" cap="none">
                <a:solidFill>
                  <a:schemeClr val="tx1"/>
                </a:solidFill>
                <a:latin typeface="+mn-lt"/>
              </a:defRPr>
            </a:lvl9pPr>
          </a:lstStyle>
          <a:p>
            <a:pPr lvl="0"/>
            <a:r>
              <a:rPr lang="de-DE"/>
              <a:t>Fußnote etc. einfügen // für Quellenangabe (bzw. ohne Sternchen): Start // Absatz // Listenebene erhöhen/verringern</a:t>
            </a:r>
          </a:p>
        </p:txBody>
      </p:sp>
    </p:spTree>
    <p:extLst>
      <p:ext uri="{BB962C8B-B14F-4D97-AF65-F5344CB8AC3E}">
        <p14:creationId xmlns:p14="http://schemas.microsoft.com/office/powerpoint/2010/main" val="353799251"/>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chluss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r>
              <a:rPr lang="de-DE"/>
              <a:t>Prof. Dr.-Ing. F. Leitner-Fischer / Daniel Stimac</a:t>
            </a:r>
          </a:p>
        </p:txBody>
      </p:sp>
      <p:sp>
        <p:nvSpPr>
          <p:cNvPr id="4" name="Fußzeilenplatzhalter 3"/>
          <p:cNvSpPr>
            <a:spLocks noGrp="1"/>
          </p:cNvSpPr>
          <p:nvPr>
            <p:ph type="ftr" sz="quarter" idx="11"/>
          </p:nvPr>
        </p:nvSpPr>
        <p:spPr/>
        <p:txBody>
          <a:bodyPr/>
          <a:lstStyle/>
          <a:p>
            <a:r>
              <a:rPr lang="de-DE"/>
              <a:t>Software Engineering</a:t>
            </a:r>
          </a:p>
        </p:txBody>
      </p:sp>
      <p:sp>
        <p:nvSpPr>
          <p:cNvPr id="5" name="Foliennummernplatzhalter 4"/>
          <p:cNvSpPr>
            <a:spLocks noGrp="1"/>
          </p:cNvSpPr>
          <p:nvPr>
            <p:ph type="sldNum" sz="quarter" idx="12"/>
          </p:nvPr>
        </p:nvSpPr>
        <p:spPr/>
        <p:txBody>
          <a:bodyPr/>
          <a:lstStyle/>
          <a:p>
            <a:fld id="{F5A77263-DD59-416C-A906-BA1A9DD16C04}" type="slidenum">
              <a:rPr lang="de-DE" smtClean="0"/>
              <a:pPr/>
              <a:t>‹Nr.›</a:t>
            </a:fld>
            <a:endParaRPr lang="de-DE"/>
          </a:p>
        </p:txBody>
      </p:sp>
      <p:pic>
        <p:nvPicPr>
          <p:cNvPr id="6" name="Grafik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4139" y="1080001"/>
            <a:ext cx="10687850" cy="5149350"/>
          </a:xfrm>
          <a:prstGeom prst="rect">
            <a:avLst/>
          </a:prstGeom>
        </p:spPr>
      </p:pic>
    </p:spTree>
    <p:extLst>
      <p:ext uri="{BB962C8B-B14F-4D97-AF65-F5344CB8AC3E}">
        <p14:creationId xmlns:p14="http://schemas.microsoft.com/office/powerpoint/2010/main" val="3539876892"/>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BackUp_Inhaltsfolie - nur Titel und Untertitel">
    <p:spTree>
      <p:nvGrpSpPr>
        <p:cNvPr id="1" name=""/>
        <p:cNvGrpSpPr/>
        <p:nvPr/>
      </p:nvGrpSpPr>
      <p:grpSpPr>
        <a:xfrm>
          <a:off x="0" y="0"/>
          <a:ext cx="0" cy="0"/>
          <a:chOff x="0" y="0"/>
          <a:chExt cx="0" cy="0"/>
        </a:xfrm>
      </p:grpSpPr>
      <p:sp>
        <p:nvSpPr>
          <p:cNvPr id="5" name="Titel 1"/>
          <p:cNvSpPr>
            <a:spLocks noGrp="1"/>
          </p:cNvSpPr>
          <p:nvPr>
            <p:ph type="title" hasCustomPrompt="1"/>
          </p:nvPr>
        </p:nvSpPr>
        <p:spPr>
          <a:xfrm>
            <a:off x="719855" y="1052983"/>
            <a:ext cx="10812523" cy="720247"/>
          </a:xfrm>
        </p:spPr>
        <p:txBody>
          <a:bodyPr lIns="0"/>
          <a:lstStyle>
            <a:lvl1pPr>
              <a:defRPr sz="2601" b="1">
                <a:latin typeface="Calibri"/>
                <a:cs typeface="Calibri"/>
              </a:defRPr>
            </a:lvl1pPr>
          </a:lstStyle>
          <a:p>
            <a:r>
              <a:rPr lang="de-DE"/>
              <a:t>TITELMASTERFORMAT DURCH KLICKEN BEARBEITEN</a:t>
            </a:r>
          </a:p>
        </p:txBody>
      </p:sp>
      <p:sp>
        <p:nvSpPr>
          <p:cNvPr id="7" name="Textplatzhalter 9"/>
          <p:cNvSpPr>
            <a:spLocks noGrp="1"/>
          </p:cNvSpPr>
          <p:nvPr>
            <p:ph type="body" sz="quarter" idx="15"/>
          </p:nvPr>
        </p:nvSpPr>
        <p:spPr>
          <a:xfrm>
            <a:off x="719887" y="1412781"/>
            <a:ext cx="10814611" cy="360446"/>
          </a:xfrm>
        </p:spPr>
        <p:txBody>
          <a:bodyPr lIns="0">
            <a:noAutofit/>
          </a:bodyPr>
          <a:lstStyle>
            <a:lvl1pPr marL="0" indent="0">
              <a:buNone/>
              <a:defRPr sz="2400">
                <a:solidFill>
                  <a:srgbClr val="2E3539"/>
                </a:solidFill>
                <a:latin typeface="Calibri"/>
                <a:cs typeface="Calibri"/>
              </a:defRPr>
            </a:lvl1pPr>
            <a:lvl2pPr>
              <a:defRPr sz="2400"/>
            </a:lvl2pPr>
            <a:lvl3pPr>
              <a:defRPr sz="2400"/>
            </a:lvl3pPr>
            <a:lvl4pPr>
              <a:defRPr sz="2400"/>
            </a:lvl4pPr>
            <a:lvl5pPr>
              <a:defRPr sz="2400"/>
            </a:lvl5pPr>
          </a:lstStyle>
          <a:p>
            <a:pPr lvl="0"/>
            <a:r>
              <a:rPr lang="de-DE"/>
              <a:t>Textmasterformat bearbeiten</a:t>
            </a:r>
          </a:p>
        </p:txBody>
      </p:sp>
      <p:sp>
        <p:nvSpPr>
          <p:cNvPr id="6" name="Datumsplatzhalter 2"/>
          <p:cNvSpPr>
            <a:spLocks noGrp="1"/>
          </p:cNvSpPr>
          <p:nvPr>
            <p:ph type="dt" sz="half" idx="10"/>
          </p:nvPr>
        </p:nvSpPr>
        <p:spPr>
          <a:xfrm>
            <a:off x="753185" y="6444000"/>
            <a:ext cx="2215252" cy="216000"/>
          </a:xfrm>
        </p:spPr>
        <p:txBody>
          <a:bodyPr/>
          <a:lstStyle/>
          <a:p>
            <a:r>
              <a:rPr lang="de-DE"/>
              <a:t>Prof. Dr.-Ing. F. Leitner-Fischer / Daniel Stimac</a:t>
            </a:r>
          </a:p>
        </p:txBody>
      </p:sp>
      <p:sp>
        <p:nvSpPr>
          <p:cNvPr id="8" name="Foliennummernplatzhalter 4"/>
          <p:cNvSpPr>
            <a:spLocks noGrp="1"/>
          </p:cNvSpPr>
          <p:nvPr>
            <p:ph type="sldNum" sz="quarter" idx="12"/>
          </p:nvPr>
        </p:nvSpPr>
        <p:spPr>
          <a:xfrm>
            <a:off x="10500292" y="6444000"/>
            <a:ext cx="940743" cy="216000"/>
          </a:xfrm>
        </p:spPr>
        <p:txBody>
          <a:bodyPr/>
          <a:lstStyle/>
          <a:p>
            <a:fld id="{F5A77263-DD59-416C-A906-BA1A9DD16C04}" type="slidenum">
              <a:rPr lang="de-DE" smtClean="0"/>
              <a:pPr/>
              <a:t>‹Nr.›</a:t>
            </a:fld>
            <a:endParaRPr lang="de-DE"/>
          </a:p>
        </p:txBody>
      </p:sp>
      <p:sp>
        <p:nvSpPr>
          <p:cNvPr id="10" name="Fußzeilenplatzhalter 3"/>
          <p:cNvSpPr>
            <a:spLocks noGrp="1"/>
          </p:cNvSpPr>
          <p:nvPr>
            <p:ph type="ftr" sz="quarter" idx="11"/>
          </p:nvPr>
        </p:nvSpPr>
        <p:spPr>
          <a:xfrm>
            <a:off x="3100860" y="6454133"/>
            <a:ext cx="6877125" cy="240093"/>
          </a:xfrm>
        </p:spPr>
        <p:txBody>
          <a:bodyPr/>
          <a:lstStyle/>
          <a:p>
            <a:r>
              <a:rPr lang="de-DE"/>
              <a:t>Software Engineering</a:t>
            </a:r>
          </a:p>
        </p:txBody>
      </p:sp>
    </p:spTree>
    <p:extLst>
      <p:ext uri="{BB962C8B-B14F-4D97-AF65-F5344CB8AC3E}">
        <p14:creationId xmlns:p14="http://schemas.microsoft.com/office/powerpoint/2010/main" val="12868747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Inhaltsfolie mit Bild (2:1)">
    <p:spTree>
      <p:nvGrpSpPr>
        <p:cNvPr id="1" name=""/>
        <p:cNvGrpSpPr/>
        <p:nvPr/>
      </p:nvGrpSpPr>
      <p:grpSpPr>
        <a:xfrm>
          <a:off x="0" y="0"/>
          <a:ext cx="0" cy="0"/>
          <a:chOff x="0" y="0"/>
          <a:chExt cx="0" cy="0"/>
        </a:xfrm>
      </p:grpSpPr>
      <p:sp>
        <p:nvSpPr>
          <p:cNvPr id="8" name="Textplatzhalter 2"/>
          <p:cNvSpPr>
            <a:spLocks noGrp="1"/>
          </p:cNvSpPr>
          <p:nvPr>
            <p:ph idx="1"/>
          </p:nvPr>
        </p:nvSpPr>
        <p:spPr bwMode="auto">
          <a:xfrm>
            <a:off x="719592" y="2061325"/>
            <a:ext cx="6522322" cy="406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91440" bIns="45720" numCol="1" anchor="t" anchorCtr="0" compatLnSpc="1">
            <a:prstTxWarp prst="textNoShape">
              <a:avLst/>
            </a:prstTxWarp>
          </a:bodyPr>
          <a:lstStyle/>
          <a:p>
            <a:pPr lvl="0"/>
            <a:r>
              <a:rPr lang="de-DE" altLang="de-DE"/>
              <a:t>Textmasterformat bearbeiten</a:t>
            </a:r>
          </a:p>
          <a:p>
            <a:pPr lvl="1"/>
            <a:r>
              <a:rPr lang="de-DE" altLang="de-DE"/>
              <a:t>Zweite Ebene</a:t>
            </a:r>
          </a:p>
          <a:p>
            <a:pPr lvl="2"/>
            <a:r>
              <a:rPr lang="de-DE" altLang="de-DE"/>
              <a:t>Dritte Ebene</a:t>
            </a:r>
          </a:p>
          <a:p>
            <a:pPr lvl="3"/>
            <a:r>
              <a:rPr lang="de-DE" altLang="de-DE"/>
              <a:t>Vierte Ebene</a:t>
            </a:r>
          </a:p>
          <a:p>
            <a:pPr lvl="4"/>
            <a:r>
              <a:rPr lang="de-DE" altLang="de-DE"/>
              <a:t>Fünfte Ebene</a:t>
            </a:r>
          </a:p>
        </p:txBody>
      </p:sp>
      <p:sp>
        <p:nvSpPr>
          <p:cNvPr id="9" name="Textplatzhalter 2"/>
          <p:cNvSpPr>
            <a:spLocks noGrp="1"/>
          </p:cNvSpPr>
          <p:nvPr>
            <p:ph idx="13"/>
          </p:nvPr>
        </p:nvSpPr>
        <p:spPr bwMode="auto">
          <a:xfrm>
            <a:off x="7442086" y="2061325"/>
            <a:ext cx="4136212" cy="406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91440" bIns="45720" numCol="1" anchor="t" anchorCtr="0" compatLnSpc="1">
            <a:prstTxWarp prst="textNoShape">
              <a:avLst/>
            </a:prstTxWarp>
          </a:bodyPr>
          <a:lstStyle/>
          <a:p>
            <a:pPr lvl="0"/>
            <a:r>
              <a:rPr lang="de-DE" altLang="de-DE"/>
              <a:t>Textmasterformat bearbeiten</a:t>
            </a:r>
          </a:p>
          <a:p>
            <a:pPr lvl="1"/>
            <a:r>
              <a:rPr lang="de-DE" altLang="de-DE"/>
              <a:t>Zweite Ebene</a:t>
            </a:r>
          </a:p>
          <a:p>
            <a:pPr lvl="2"/>
            <a:r>
              <a:rPr lang="de-DE" altLang="de-DE"/>
              <a:t>Dritte Ebene</a:t>
            </a:r>
          </a:p>
          <a:p>
            <a:pPr lvl="3"/>
            <a:r>
              <a:rPr lang="de-DE" altLang="de-DE"/>
              <a:t>Vierte Ebene</a:t>
            </a:r>
          </a:p>
          <a:p>
            <a:pPr lvl="4"/>
            <a:r>
              <a:rPr lang="de-DE" altLang="de-DE"/>
              <a:t>Fünfte Ebene</a:t>
            </a:r>
          </a:p>
        </p:txBody>
      </p:sp>
      <p:sp>
        <p:nvSpPr>
          <p:cNvPr id="16" name="Foliennummernplatzhalter 5"/>
          <p:cNvSpPr>
            <a:spLocks noGrp="1"/>
          </p:cNvSpPr>
          <p:nvPr>
            <p:ph type="sldNum" sz="quarter" idx="4"/>
          </p:nvPr>
        </p:nvSpPr>
        <p:spPr>
          <a:xfrm>
            <a:off x="10137764" y="6526944"/>
            <a:ext cx="1440535" cy="215986"/>
          </a:xfrm>
          <a:prstGeom prst="rect">
            <a:avLst/>
          </a:prstGeom>
        </p:spPr>
        <p:txBody>
          <a:bodyPr vert="horz" lIns="108000" tIns="45720" rIns="0" bIns="45720" rtlCol="0" anchor="ctr"/>
          <a:lstStyle>
            <a:lvl1pPr algn="r">
              <a:defRPr sz="1000">
                <a:solidFill>
                  <a:srgbClr val="2E3539"/>
                </a:solidFill>
                <a:latin typeface="Calibri"/>
                <a:cs typeface="Calibri"/>
              </a:defRPr>
            </a:lvl1pPr>
          </a:lstStyle>
          <a:p>
            <a:fld id="{6430589D-C15E-4E44-97E5-15A9FDA64E0E}" type="slidenum">
              <a:rPr lang="de-DE" smtClean="0"/>
              <a:pPr/>
              <a:t>‹Nr.›</a:t>
            </a:fld>
            <a:endParaRPr lang="de-DE"/>
          </a:p>
        </p:txBody>
      </p:sp>
      <p:sp>
        <p:nvSpPr>
          <p:cNvPr id="7" name="Titel 1"/>
          <p:cNvSpPr>
            <a:spLocks noGrp="1"/>
          </p:cNvSpPr>
          <p:nvPr>
            <p:ph type="title" hasCustomPrompt="1"/>
          </p:nvPr>
        </p:nvSpPr>
        <p:spPr>
          <a:xfrm>
            <a:off x="719855" y="1052983"/>
            <a:ext cx="10858445" cy="720247"/>
          </a:xfrm>
        </p:spPr>
        <p:txBody>
          <a:bodyPr lIns="0"/>
          <a:lstStyle>
            <a:lvl1pPr>
              <a:defRPr sz="2601" b="1">
                <a:latin typeface="Calibri"/>
                <a:cs typeface="Calibri"/>
              </a:defRPr>
            </a:lvl1pPr>
          </a:lstStyle>
          <a:p>
            <a:r>
              <a:rPr lang="de-DE"/>
              <a:t>TITELMASTERFORMAT DURCH KLICKEN BEARBEITEN</a:t>
            </a:r>
          </a:p>
        </p:txBody>
      </p:sp>
      <p:sp>
        <p:nvSpPr>
          <p:cNvPr id="10" name="Textplatzhalter 9"/>
          <p:cNvSpPr>
            <a:spLocks noGrp="1"/>
          </p:cNvSpPr>
          <p:nvPr>
            <p:ph type="body" sz="quarter" idx="14"/>
          </p:nvPr>
        </p:nvSpPr>
        <p:spPr>
          <a:xfrm>
            <a:off x="719885" y="1412781"/>
            <a:ext cx="10858412" cy="360446"/>
          </a:xfrm>
        </p:spPr>
        <p:txBody>
          <a:bodyPr lIns="0">
            <a:noAutofit/>
          </a:bodyPr>
          <a:lstStyle>
            <a:lvl1pPr marL="0" indent="0">
              <a:buNone/>
              <a:defRPr sz="2400">
                <a:solidFill>
                  <a:srgbClr val="2E3539"/>
                </a:solidFill>
                <a:latin typeface="Calibri"/>
                <a:cs typeface="Calibri"/>
              </a:defRPr>
            </a:lvl1pPr>
            <a:lvl2pPr>
              <a:defRPr sz="2400"/>
            </a:lvl2pPr>
            <a:lvl3pPr>
              <a:defRPr sz="2400"/>
            </a:lvl3pPr>
            <a:lvl4pPr>
              <a:defRPr sz="2400"/>
            </a:lvl4pPr>
            <a:lvl5pPr>
              <a:defRPr sz="2400"/>
            </a:lvl5pPr>
          </a:lstStyle>
          <a:p>
            <a:pPr lvl="0"/>
            <a:r>
              <a:rPr lang="de-DE"/>
              <a:t>Textmasterformat bearbeiten</a:t>
            </a:r>
          </a:p>
        </p:txBody>
      </p:sp>
      <p:sp>
        <p:nvSpPr>
          <p:cNvPr id="11" name="Datumsplatzhalter 2"/>
          <p:cNvSpPr>
            <a:spLocks noGrp="1"/>
          </p:cNvSpPr>
          <p:nvPr>
            <p:ph type="dt" sz="half" idx="10"/>
          </p:nvPr>
        </p:nvSpPr>
        <p:spPr>
          <a:xfrm>
            <a:off x="753185" y="6444000"/>
            <a:ext cx="2215252" cy="216000"/>
          </a:xfrm>
        </p:spPr>
        <p:txBody>
          <a:bodyPr/>
          <a:lstStyle/>
          <a:p>
            <a:r>
              <a:rPr lang="de-DE"/>
              <a:t>Prof. Dr.-Ing. F. Leitner-Fischer / Daniel Stimac</a:t>
            </a:r>
          </a:p>
        </p:txBody>
      </p:sp>
      <p:sp>
        <p:nvSpPr>
          <p:cNvPr id="12" name="Foliennummernplatzhalter 4"/>
          <p:cNvSpPr txBox="1">
            <a:spLocks/>
          </p:cNvSpPr>
          <p:nvPr userDrawn="1"/>
        </p:nvSpPr>
        <p:spPr>
          <a:xfrm>
            <a:off x="10500292" y="6444000"/>
            <a:ext cx="940743" cy="216000"/>
          </a:xfrm>
          <a:prstGeom prst="rect">
            <a:avLst/>
          </a:prstGeom>
        </p:spPr>
        <p:txBody>
          <a:bodyPr vert="horz" lIns="0" tIns="0" rIns="0" bIns="0" rtlCol="0" anchor="t" anchorCtr="0">
            <a:noAutofit/>
          </a:bodyPr>
          <a:lstStyle>
            <a:defPPr>
              <a:defRPr lang="de-DE"/>
            </a:defPPr>
            <a:lvl1pPr marL="0" indent="0" algn="r" defTabSz="958200" rtl="0" eaLnBrk="1" latinLnBrk="0" hangingPunct="1">
              <a:spcBef>
                <a:spcPts val="0"/>
              </a:spcBef>
              <a:buFont typeface="Arial" panose="020B0604020202020204" pitchFamily="34" charset="0"/>
              <a:buNone/>
              <a:defRPr sz="1100" b="0" kern="1200">
                <a:solidFill>
                  <a:schemeClr val="tx1"/>
                </a:solidFill>
                <a:latin typeface="+mn-lt"/>
                <a:ea typeface="+mn-ea"/>
                <a:cs typeface="+mn-cs"/>
              </a:defRPr>
            </a:lvl1pPr>
            <a:lvl2pPr marL="479100" algn="l" defTabSz="958200" rtl="0" eaLnBrk="1" latinLnBrk="0" hangingPunct="1">
              <a:defRPr sz="1900" kern="1200">
                <a:solidFill>
                  <a:schemeClr val="tx1"/>
                </a:solidFill>
                <a:latin typeface="+mn-lt"/>
                <a:ea typeface="+mn-ea"/>
                <a:cs typeface="+mn-cs"/>
              </a:defRPr>
            </a:lvl2pPr>
            <a:lvl3pPr marL="958200" algn="l" defTabSz="958200" rtl="0" eaLnBrk="1" latinLnBrk="0" hangingPunct="1">
              <a:defRPr sz="1900" kern="1200">
                <a:solidFill>
                  <a:schemeClr val="tx1"/>
                </a:solidFill>
                <a:latin typeface="+mn-lt"/>
                <a:ea typeface="+mn-ea"/>
                <a:cs typeface="+mn-cs"/>
              </a:defRPr>
            </a:lvl3pPr>
            <a:lvl4pPr marL="1437300" algn="l" defTabSz="958200" rtl="0" eaLnBrk="1" latinLnBrk="0" hangingPunct="1">
              <a:defRPr sz="1900" kern="1200">
                <a:solidFill>
                  <a:schemeClr val="tx1"/>
                </a:solidFill>
                <a:latin typeface="+mn-lt"/>
                <a:ea typeface="+mn-ea"/>
                <a:cs typeface="+mn-cs"/>
              </a:defRPr>
            </a:lvl4pPr>
            <a:lvl5pPr marL="1916400" algn="l" defTabSz="958200" rtl="0" eaLnBrk="1" latinLnBrk="0" hangingPunct="1">
              <a:defRPr sz="1900" kern="1200">
                <a:solidFill>
                  <a:schemeClr val="tx1"/>
                </a:solidFill>
                <a:latin typeface="+mn-lt"/>
                <a:ea typeface="+mn-ea"/>
                <a:cs typeface="+mn-cs"/>
              </a:defRPr>
            </a:lvl5pPr>
            <a:lvl6pPr marL="2395499" algn="l" defTabSz="958200" rtl="0" eaLnBrk="1" latinLnBrk="0" hangingPunct="1">
              <a:defRPr sz="1900" kern="1200">
                <a:solidFill>
                  <a:schemeClr val="tx1"/>
                </a:solidFill>
                <a:latin typeface="+mn-lt"/>
                <a:ea typeface="+mn-ea"/>
                <a:cs typeface="+mn-cs"/>
              </a:defRPr>
            </a:lvl6pPr>
            <a:lvl7pPr marL="2874599" algn="l" defTabSz="958200" rtl="0" eaLnBrk="1" latinLnBrk="0" hangingPunct="1">
              <a:defRPr sz="1900" kern="1200">
                <a:solidFill>
                  <a:schemeClr val="tx1"/>
                </a:solidFill>
                <a:latin typeface="+mn-lt"/>
                <a:ea typeface="+mn-ea"/>
                <a:cs typeface="+mn-cs"/>
              </a:defRPr>
            </a:lvl7pPr>
            <a:lvl8pPr marL="3353699" algn="l" defTabSz="958200" rtl="0" eaLnBrk="1" latinLnBrk="0" hangingPunct="1">
              <a:defRPr sz="1900" kern="1200">
                <a:solidFill>
                  <a:schemeClr val="tx1"/>
                </a:solidFill>
                <a:latin typeface="+mn-lt"/>
                <a:ea typeface="+mn-ea"/>
                <a:cs typeface="+mn-cs"/>
              </a:defRPr>
            </a:lvl8pPr>
            <a:lvl9pPr marL="3832799" algn="l" defTabSz="958200" rtl="0" eaLnBrk="1" latinLnBrk="0" hangingPunct="1">
              <a:defRPr sz="1900" kern="1200">
                <a:solidFill>
                  <a:schemeClr val="tx1"/>
                </a:solidFill>
                <a:latin typeface="+mn-lt"/>
                <a:ea typeface="+mn-ea"/>
                <a:cs typeface="+mn-cs"/>
              </a:defRPr>
            </a:lvl9pPr>
          </a:lstStyle>
          <a:p>
            <a:fld id="{F5A77263-DD59-416C-A906-BA1A9DD16C04}" type="slidenum">
              <a:rPr lang="de-DE" sz="1100" smtClean="0"/>
              <a:pPr/>
              <a:t>‹Nr.›</a:t>
            </a:fld>
            <a:endParaRPr lang="de-DE" sz="1100"/>
          </a:p>
        </p:txBody>
      </p:sp>
      <p:sp>
        <p:nvSpPr>
          <p:cNvPr id="13" name="Fußzeilenplatzhalter 3"/>
          <p:cNvSpPr>
            <a:spLocks noGrp="1"/>
          </p:cNvSpPr>
          <p:nvPr>
            <p:ph type="ftr" sz="quarter" idx="11"/>
          </p:nvPr>
        </p:nvSpPr>
        <p:spPr>
          <a:xfrm>
            <a:off x="3100860" y="6437911"/>
            <a:ext cx="6877125" cy="240093"/>
          </a:xfrm>
        </p:spPr>
        <p:txBody>
          <a:bodyPr/>
          <a:lstStyle/>
          <a:p>
            <a:r>
              <a:rPr lang="de-DE"/>
              <a:t>Software Engineering</a:t>
            </a:r>
          </a:p>
        </p:txBody>
      </p:sp>
    </p:spTree>
    <p:extLst>
      <p:ext uri="{BB962C8B-B14F-4D97-AF65-F5344CB8AC3E}">
        <p14:creationId xmlns:p14="http://schemas.microsoft.com/office/powerpoint/2010/main" val="11400226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BackUp_Inhaltsfolie - zwei Bilder und Untertitel (1:1)">
    <p:spTree>
      <p:nvGrpSpPr>
        <p:cNvPr id="1" name=""/>
        <p:cNvGrpSpPr/>
        <p:nvPr/>
      </p:nvGrpSpPr>
      <p:grpSpPr>
        <a:xfrm>
          <a:off x="0" y="0"/>
          <a:ext cx="0" cy="0"/>
          <a:chOff x="0" y="0"/>
          <a:chExt cx="0" cy="0"/>
        </a:xfrm>
      </p:grpSpPr>
      <p:sp>
        <p:nvSpPr>
          <p:cNvPr id="10" name="Textplatzhalter 2"/>
          <p:cNvSpPr>
            <a:spLocks noGrp="1"/>
          </p:cNvSpPr>
          <p:nvPr>
            <p:ph idx="15" hasCustomPrompt="1"/>
          </p:nvPr>
        </p:nvSpPr>
        <p:spPr bwMode="auto">
          <a:xfrm>
            <a:off x="725117" y="5662559"/>
            <a:ext cx="5276434" cy="470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0" bIns="45720" numCol="1" anchor="t" anchorCtr="0" compatLnSpc="1">
            <a:prstTxWarp prst="textNoShape">
              <a:avLst/>
            </a:prstTxWarp>
          </a:bodyPr>
          <a:lstStyle>
            <a:lvl1pPr marL="0" indent="0" algn="r">
              <a:buNone/>
              <a:defRPr/>
            </a:lvl1pPr>
            <a:lvl2pPr algn="r">
              <a:defRPr/>
            </a:lvl2pPr>
            <a:lvl3pPr algn="r">
              <a:defRPr/>
            </a:lvl3pPr>
            <a:lvl4pPr algn="r">
              <a:defRPr/>
            </a:lvl4pPr>
            <a:lvl5pPr algn="r">
              <a:defRPr/>
            </a:lvl5pPr>
          </a:lstStyle>
          <a:p>
            <a:pPr lvl="0"/>
            <a:r>
              <a:rPr lang="de-DE" altLang="de-DE"/>
              <a:t>Textmasterformat bearbeiten</a:t>
            </a:r>
          </a:p>
        </p:txBody>
      </p:sp>
      <p:sp>
        <p:nvSpPr>
          <p:cNvPr id="16" name="Textplatzhalter 2"/>
          <p:cNvSpPr>
            <a:spLocks noGrp="1"/>
          </p:cNvSpPr>
          <p:nvPr>
            <p:ph idx="14" hasCustomPrompt="1"/>
          </p:nvPr>
        </p:nvSpPr>
        <p:spPr bwMode="auto">
          <a:xfrm>
            <a:off x="6219870" y="5662558"/>
            <a:ext cx="5358431" cy="470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0" bIns="45720" numCol="1" anchor="t" anchorCtr="0" compatLnSpc="1">
            <a:prstTxWarp prst="textNoShape">
              <a:avLst/>
            </a:prstTxWarp>
          </a:bodyPr>
          <a:lstStyle>
            <a:lvl1pPr marL="0" indent="0" algn="r">
              <a:buNone/>
              <a:defRPr/>
            </a:lvl1pPr>
            <a:lvl2pPr algn="r">
              <a:defRPr/>
            </a:lvl2pPr>
            <a:lvl3pPr algn="r">
              <a:defRPr/>
            </a:lvl3pPr>
            <a:lvl4pPr algn="r">
              <a:defRPr/>
            </a:lvl4pPr>
            <a:lvl5pPr algn="r">
              <a:defRPr/>
            </a:lvl5pPr>
          </a:lstStyle>
          <a:p>
            <a:pPr lvl="0"/>
            <a:r>
              <a:rPr lang="de-DE" altLang="de-DE"/>
              <a:t>Textmasterformat bearbeiten</a:t>
            </a:r>
          </a:p>
        </p:txBody>
      </p:sp>
      <p:sp>
        <p:nvSpPr>
          <p:cNvPr id="12" name="Textplatzhalter 2"/>
          <p:cNvSpPr>
            <a:spLocks noGrp="1"/>
          </p:cNvSpPr>
          <p:nvPr>
            <p:ph idx="1" hasCustomPrompt="1"/>
          </p:nvPr>
        </p:nvSpPr>
        <p:spPr bwMode="auto">
          <a:xfrm>
            <a:off x="725117" y="2061328"/>
            <a:ext cx="5276434" cy="3529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91440" bIns="45720" numCol="1" anchor="t" anchorCtr="0" compatLnSpc="1">
            <a:prstTxWarp prst="textNoShape">
              <a:avLst/>
            </a:prstTxWarp>
          </a:bodyPr>
          <a:lstStyle/>
          <a:p>
            <a:pPr lvl="0"/>
            <a:r>
              <a:rPr lang="de-DE" altLang="de-DE"/>
              <a:t>Textmasterformat bearbeiten</a:t>
            </a:r>
          </a:p>
          <a:p>
            <a:pPr lvl="1"/>
            <a:r>
              <a:rPr lang="de-DE" altLang="de-DE"/>
              <a:t>Zweite Ebene</a:t>
            </a:r>
          </a:p>
          <a:p>
            <a:pPr lvl="2"/>
            <a:r>
              <a:rPr lang="de-DE" altLang="de-DE"/>
              <a:t>Dritte Ebene</a:t>
            </a:r>
          </a:p>
          <a:p>
            <a:pPr lvl="3"/>
            <a:r>
              <a:rPr lang="de-DE" altLang="de-DE"/>
              <a:t>Vierte Ebene</a:t>
            </a:r>
          </a:p>
          <a:p>
            <a:pPr lvl="4"/>
            <a:r>
              <a:rPr lang="de-DE" altLang="de-DE"/>
              <a:t>Fünfte Ebene</a:t>
            </a:r>
          </a:p>
        </p:txBody>
      </p:sp>
      <p:sp>
        <p:nvSpPr>
          <p:cNvPr id="17" name="Textplatzhalter 2"/>
          <p:cNvSpPr>
            <a:spLocks noGrp="1"/>
          </p:cNvSpPr>
          <p:nvPr>
            <p:ph idx="13"/>
          </p:nvPr>
        </p:nvSpPr>
        <p:spPr bwMode="auto">
          <a:xfrm>
            <a:off x="6221277" y="2061328"/>
            <a:ext cx="5357022" cy="3529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91440" bIns="45720" numCol="1" anchor="t" anchorCtr="0" compatLnSpc="1">
            <a:prstTxWarp prst="textNoShape">
              <a:avLst/>
            </a:prstTxWarp>
          </a:bodyPr>
          <a:lstStyle/>
          <a:p>
            <a:pPr lvl="0"/>
            <a:r>
              <a:rPr lang="de-DE" altLang="de-DE"/>
              <a:t>Textmasterformat bearbeiten</a:t>
            </a:r>
          </a:p>
          <a:p>
            <a:pPr lvl="1"/>
            <a:r>
              <a:rPr lang="de-DE" altLang="de-DE"/>
              <a:t>Zweite Ebene</a:t>
            </a:r>
          </a:p>
          <a:p>
            <a:pPr lvl="2"/>
            <a:r>
              <a:rPr lang="de-DE" altLang="de-DE"/>
              <a:t>Dritte Ebene</a:t>
            </a:r>
          </a:p>
          <a:p>
            <a:pPr lvl="3"/>
            <a:r>
              <a:rPr lang="de-DE" altLang="de-DE"/>
              <a:t>Vierte Ebene</a:t>
            </a:r>
          </a:p>
          <a:p>
            <a:pPr lvl="4"/>
            <a:r>
              <a:rPr lang="de-DE" altLang="de-DE"/>
              <a:t>Fünfte Ebene</a:t>
            </a:r>
          </a:p>
        </p:txBody>
      </p:sp>
      <p:sp>
        <p:nvSpPr>
          <p:cNvPr id="20" name="Foliennummernplatzhalter 5"/>
          <p:cNvSpPr>
            <a:spLocks noGrp="1"/>
          </p:cNvSpPr>
          <p:nvPr>
            <p:ph type="sldNum" sz="quarter" idx="4"/>
          </p:nvPr>
        </p:nvSpPr>
        <p:spPr>
          <a:xfrm>
            <a:off x="10137764" y="6526944"/>
            <a:ext cx="1440535" cy="215986"/>
          </a:xfrm>
          <a:prstGeom prst="rect">
            <a:avLst/>
          </a:prstGeom>
        </p:spPr>
        <p:txBody>
          <a:bodyPr vert="horz" lIns="108000" tIns="45720" rIns="0" bIns="45720" rtlCol="0" anchor="ctr"/>
          <a:lstStyle>
            <a:lvl1pPr algn="r">
              <a:defRPr sz="1000">
                <a:solidFill>
                  <a:srgbClr val="2E3539"/>
                </a:solidFill>
                <a:latin typeface="Calibri"/>
                <a:cs typeface="Calibri"/>
              </a:defRPr>
            </a:lvl1pPr>
          </a:lstStyle>
          <a:p>
            <a:fld id="{6430589D-C15E-4E44-97E5-15A9FDA64E0E}" type="slidenum">
              <a:rPr lang="de-DE" smtClean="0"/>
              <a:pPr/>
              <a:t>‹Nr.›</a:t>
            </a:fld>
            <a:endParaRPr lang="de-DE"/>
          </a:p>
        </p:txBody>
      </p:sp>
      <p:sp>
        <p:nvSpPr>
          <p:cNvPr id="9" name="Titel 1"/>
          <p:cNvSpPr>
            <a:spLocks noGrp="1"/>
          </p:cNvSpPr>
          <p:nvPr>
            <p:ph type="title" hasCustomPrompt="1"/>
          </p:nvPr>
        </p:nvSpPr>
        <p:spPr>
          <a:xfrm>
            <a:off x="719854" y="1052983"/>
            <a:ext cx="10843844" cy="720247"/>
          </a:xfrm>
        </p:spPr>
        <p:txBody>
          <a:bodyPr lIns="0"/>
          <a:lstStyle>
            <a:lvl1pPr>
              <a:defRPr sz="2601" b="1">
                <a:latin typeface="Calibri"/>
                <a:cs typeface="Calibri"/>
              </a:defRPr>
            </a:lvl1pPr>
          </a:lstStyle>
          <a:p>
            <a:r>
              <a:rPr lang="de-DE"/>
              <a:t>TITELMASTERFORMAT DURCH KLICKEN BEARBEITEN</a:t>
            </a:r>
          </a:p>
        </p:txBody>
      </p:sp>
      <p:sp>
        <p:nvSpPr>
          <p:cNvPr id="11" name="Textplatzhalter 9"/>
          <p:cNvSpPr>
            <a:spLocks noGrp="1"/>
          </p:cNvSpPr>
          <p:nvPr>
            <p:ph type="body" sz="quarter" idx="16"/>
          </p:nvPr>
        </p:nvSpPr>
        <p:spPr>
          <a:xfrm>
            <a:off x="719885" y="1412781"/>
            <a:ext cx="10858412" cy="360446"/>
          </a:xfrm>
        </p:spPr>
        <p:txBody>
          <a:bodyPr lIns="0">
            <a:noAutofit/>
          </a:bodyPr>
          <a:lstStyle>
            <a:lvl1pPr marL="0" indent="0">
              <a:buNone/>
              <a:defRPr sz="2400">
                <a:solidFill>
                  <a:srgbClr val="2E3539"/>
                </a:solidFill>
                <a:latin typeface="Calibri"/>
                <a:cs typeface="Calibri"/>
              </a:defRPr>
            </a:lvl1pPr>
            <a:lvl2pPr>
              <a:defRPr sz="2400"/>
            </a:lvl2pPr>
            <a:lvl3pPr>
              <a:defRPr sz="2400"/>
            </a:lvl3pPr>
            <a:lvl4pPr>
              <a:defRPr sz="2400"/>
            </a:lvl4pPr>
            <a:lvl5pPr>
              <a:defRPr sz="2400"/>
            </a:lvl5pPr>
          </a:lstStyle>
          <a:p>
            <a:pPr lvl="0"/>
            <a:r>
              <a:rPr lang="de-DE"/>
              <a:t>Textmasterformat bearbeiten</a:t>
            </a:r>
          </a:p>
        </p:txBody>
      </p:sp>
      <p:sp>
        <p:nvSpPr>
          <p:cNvPr id="13" name="Datumsplatzhalter 2"/>
          <p:cNvSpPr>
            <a:spLocks noGrp="1"/>
          </p:cNvSpPr>
          <p:nvPr>
            <p:ph type="dt" sz="half" idx="10"/>
          </p:nvPr>
        </p:nvSpPr>
        <p:spPr>
          <a:xfrm>
            <a:off x="753185" y="6444000"/>
            <a:ext cx="2215252" cy="216000"/>
          </a:xfrm>
        </p:spPr>
        <p:txBody>
          <a:bodyPr/>
          <a:lstStyle/>
          <a:p>
            <a:r>
              <a:rPr lang="de-DE"/>
              <a:t>Prof. Dr.-Ing. F. Leitner-Fischer / Daniel Stimac</a:t>
            </a:r>
          </a:p>
        </p:txBody>
      </p:sp>
      <p:sp>
        <p:nvSpPr>
          <p:cNvPr id="14" name="Foliennummernplatzhalter 4"/>
          <p:cNvSpPr txBox="1">
            <a:spLocks/>
          </p:cNvSpPr>
          <p:nvPr userDrawn="1"/>
        </p:nvSpPr>
        <p:spPr>
          <a:xfrm>
            <a:off x="10500292" y="6444000"/>
            <a:ext cx="940743" cy="216000"/>
          </a:xfrm>
          <a:prstGeom prst="rect">
            <a:avLst/>
          </a:prstGeom>
        </p:spPr>
        <p:txBody>
          <a:bodyPr vert="horz" lIns="0" tIns="0" rIns="0" bIns="0" rtlCol="0" anchor="t" anchorCtr="0">
            <a:noAutofit/>
          </a:bodyPr>
          <a:lstStyle>
            <a:defPPr>
              <a:defRPr lang="de-DE"/>
            </a:defPPr>
            <a:lvl1pPr marL="0" indent="0" algn="r" defTabSz="958200" rtl="0" eaLnBrk="1" latinLnBrk="0" hangingPunct="1">
              <a:spcBef>
                <a:spcPts val="0"/>
              </a:spcBef>
              <a:buFont typeface="Arial" panose="020B0604020202020204" pitchFamily="34" charset="0"/>
              <a:buNone/>
              <a:defRPr sz="1100" b="0" kern="1200">
                <a:solidFill>
                  <a:schemeClr val="tx1"/>
                </a:solidFill>
                <a:latin typeface="+mn-lt"/>
                <a:ea typeface="+mn-ea"/>
                <a:cs typeface="+mn-cs"/>
              </a:defRPr>
            </a:lvl1pPr>
            <a:lvl2pPr marL="479100" algn="l" defTabSz="958200" rtl="0" eaLnBrk="1" latinLnBrk="0" hangingPunct="1">
              <a:defRPr sz="1900" kern="1200">
                <a:solidFill>
                  <a:schemeClr val="tx1"/>
                </a:solidFill>
                <a:latin typeface="+mn-lt"/>
                <a:ea typeface="+mn-ea"/>
                <a:cs typeface="+mn-cs"/>
              </a:defRPr>
            </a:lvl2pPr>
            <a:lvl3pPr marL="958200" algn="l" defTabSz="958200" rtl="0" eaLnBrk="1" latinLnBrk="0" hangingPunct="1">
              <a:defRPr sz="1900" kern="1200">
                <a:solidFill>
                  <a:schemeClr val="tx1"/>
                </a:solidFill>
                <a:latin typeface="+mn-lt"/>
                <a:ea typeface="+mn-ea"/>
                <a:cs typeface="+mn-cs"/>
              </a:defRPr>
            </a:lvl3pPr>
            <a:lvl4pPr marL="1437300" algn="l" defTabSz="958200" rtl="0" eaLnBrk="1" latinLnBrk="0" hangingPunct="1">
              <a:defRPr sz="1900" kern="1200">
                <a:solidFill>
                  <a:schemeClr val="tx1"/>
                </a:solidFill>
                <a:latin typeface="+mn-lt"/>
                <a:ea typeface="+mn-ea"/>
                <a:cs typeface="+mn-cs"/>
              </a:defRPr>
            </a:lvl4pPr>
            <a:lvl5pPr marL="1916400" algn="l" defTabSz="958200" rtl="0" eaLnBrk="1" latinLnBrk="0" hangingPunct="1">
              <a:defRPr sz="1900" kern="1200">
                <a:solidFill>
                  <a:schemeClr val="tx1"/>
                </a:solidFill>
                <a:latin typeface="+mn-lt"/>
                <a:ea typeface="+mn-ea"/>
                <a:cs typeface="+mn-cs"/>
              </a:defRPr>
            </a:lvl5pPr>
            <a:lvl6pPr marL="2395499" algn="l" defTabSz="958200" rtl="0" eaLnBrk="1" latinLnBrk="0" hangingPunct="1">
              <a:defRPr sz="1900" kern="1200">
                <a:solidFill>
                  <a:schemeClr val="tx1"/>
                </a:solidFill>
                <a:latin typeface="+mn-lt"/>
                <a:ea typeface="+mn-ea"/>
                <a:cs typeface="+mn-cs"/>
              </a:defRPr>
            </a:lvl6pPr>
            <a:lvl7pPr marL="2874599" algn="l" defTabSz="958200" rtl="0" eaLnBrk="1" latinLnBrk="0" hangingPunct="1">
              <a:defRPr sz="1900" kern="1200">
                <a:solidFill>
                  <a:schemeClr val="tx1"/>
                </a:solidFill>
                <a:latin typeface="+mn-lt"/>
                <a:ea typeface="+mn-ea"/>
                <a:cs typeface="+mn-cs"/>
              </a:defRPr>
            </a:lvl7pPr>
            <a:lvl8pPr marL="3353699" algn="l" defTabSz="958200" rtl="0" eaLnBrk="1" latinLnBrk="0" hangingPunct="1">
              <a:defRPr sz="1900" kern="1200">
                <a:solidFill>
                  <a:schemeClr val="tx1"/>
                </a:solidFill>
                <a:latin typeface="+mn-lt"/>
                <a:ea typeface="+mn-ea"/>
                <a:cs typeface="+mn-cs"/>
              </a:defRPr>
            </a:lvl8pPr>
            <a:lvl9pPr marL="3832799" algn="l" defTabSz="958200" rtl="0" eaLnBrk="1" latinLnBrk="0" hangingPunct="1">
              <a:defRPr sz="1900" kern="1200">
                <a:solidFill>
                  <a:schemeClr val="tx1"/>
                </a:solidFill>
                <a:latin typeface="+mn-lt"/>
                <a:ea typeface="+mn-ea"/>
                <a:cs typeface="+mn-cs"/>
              </a:defRPr>
            </a:lvl9pPr>
          </a:lstStyle>
          <a:p>
            <a:fld id="{F5A77263-DD59-416C-A906-BA1A9DD16C04}" type="slidenum">
              <a:rPr lang="de-DE" sz="1100" smtClean="0"/>
              <a:pPr/>
              <a:t>‹Nr.›</a:t>
            </a:fld>
            <a:endParaRPr lang="de-DE" sz="1100"/>
          </a:p>
        </p:txBody>
      </p:sp>
      <p:sp>
        <p:nvSpPr>
          <p:cNvPr id="15" name="Fußzeilenplatzhalter 3"/>
          <p:cNvSpPr>
            <a:spLocks noGrp="1"/>
          </p:cNvSpPr>
          <p:nvPr>
            <p:ph type="ftr" sz="quarter" idx="11"/>
          </p:nvPr>
        </p:nvSpPr>
        <p:spPr>
          <a:xfrm>
            <a:off x="3100860" y="6437911"/>
            <a:ext cx="6877125" cy="240093"/>
          </a:xfrm>
        </p:spPr>
        <p:txBody>
          <a:bodyPr/>
          <a:lstStyle/>
          <a:p>
            <a:r>
              <a:rPr lang="de-DE"/>
              <a:t>Software Engineering</a:t>
            </a:r>
          </a:p>
        </p:txBody>
      </p:sp>
    </p:spTree>
    <p:extLst>
      <p:ext uri="{BB962C8B-B14F-4D97-AF65-F5344CB8AC3E}">
        <p14:creationId xmlns:p14="http://schemas.microsoft.com/office/powerpoint/2010/main" val="3279641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3.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752663" y="735548"/>
            <a:ext cx="10686896" cy="504000"/>
          </a:xfrm>
          <a:prstGeom prst="rect">
            <a:avLst/>
          </a:prstGeom>
        </p:spPr>
        <p:txBody>
          <a:bodyPr vert="horz" lIns="0" tIns="0" rIns="0" bIns="0" rtlCol="0" anchor="t" anchorCtr="0">
            <a:noAutofit/>
          </a:bodyPr>
          <a:lstStyle/>
          <a:p>
            <a:r>
              <a:rPr lang="en-US" noProof="0"/>
              <a:t>Headline</a:t>
            </a:r>
          </a:p>
        </p:txBody>
      </p:sp>
      <p:sp>
        <p:nvSpPr>
          <p:cNvPr id="3" name="Textplatzhalter 2"/>
          <p:cNvSpPr>
            <a:spLocks noGrp="1"/>
          </p:cNvSpPr>
          <p:nvPr>
            <p:ph type="body" idx="1"/>
          </p:nvPr>
        </p:nvSpPr>
        <p:spPr>
          <a:xfrm>
            <a:off x="753186" y="1367365"/>
            <a:ext cx="10687851" cy="4932639"/>
          </a:xfrm>
          <a:prstGeom prst="rect">
            <a:avLst/>
          </a:prstGeom>
        </p:spPr>
        <p:txBody>
          <a:bodyPr vert="horz" lIns="0" tIns="0" rIns="0" bIns="0" rtlCol="0" anchor="t" anchorCtr="0">
            <a:noAutofit/>
          </a:bodyPr>
          <a:lstStyle/>
          <a:p>
            <a:pPr lvl="0"/>
            <a:r>
              <a:rPr lang="en-US" noProof="0" err="1"/>
              <a:t>Aufzählungspunkt</a:t>
            </a:r>
            <a:r>
              <a:rPr lang="en-US" noProof="0"/>
              <a:t> </a:t>
            </a:r>
            <a:r>
              <a:rPr lang="en-US" noProof="0" err="1"/>
              <a:t>einfügen</a:t>
            </a:r>
            <a:r>
              <a:rPr lang="en-US" noProof="0"/>
              <a:t> // für </a:t>
            </a:r>
            <a:r>
              <a:rPr lang="en-US" noProof="0" err="1"/>
              <a:t>Fließtext</a:t>
            </a:r>
            <a:r>
              <a:rPr lang="en-US" noProof="0"/>
              <a:t> und </a:t>
            </a:r>
            <a:r>
              <a:rPr lang="en-US" noProof="0" err="1"/>
              <a:t>Zwischenheadline</a:t>
            </a:r>
            <a:r>
              <a:rPr lang="en-US" noProof="0"/>
              <a:t>: Start // </a:t>
            </a:r>
            <a:r>
              <a:rPr lang="en-US" noProof="0" err="1"/>
              <a:t>Absatz</a:t>
            </a:r>
            <a:r>
              <a:rPr lang="en-US" noProof="0"/>
              <a:t> // </a:t>
            </a:r>
            <a:r>
              <a:rPr lang="en-US" noProof="0" err="1"/>
              <a:t>Listenebene</a:t>
            </a:r>
            <a:r>
              <a:rPr lang="en-US" noProof="0"/>
              <a:t> </a:t>
            </a:r>
            <a:r>
              <a:rPr lang="en-US" noProof="0" err="1"/>
              <a:t>erhöhen</a:t>
            </a:r>
            <a:r>
              <a:rPr lang="en-US" noProof="0"/>
              <a:t>/</a:t>
            </a:r>
            <a:r>
              <a:rPr lang="en-US" noProof="0" err="1"/>
              <a:t>verringern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4" name="Datumsplatzhalter 3"/>
          <p:cNvSpPr>
            <a:spLocks noGrp="1"/>
          </p:cNvSpPr>
          <p:nvPr>
            <p:ph type="dt" sz="half" idx="2"/>
          </p:nvPr>
        </p:nvSpPr>
        <p:spPr>
          <a:xfrm>
            <a:off x="753185" y="6444000"/>
            <a:ext cx="2215252" cy="216000"/>
          </a:xfrm>
          <a:prstGeom prst="rect">
            <a:avLst/>
          </a:prstGeom>
        </p:spPr>
        <p:txBody>
          <a:bodyPr vert="horz" lIns="0" tIns="0" rIns="0" bIns="0" rtlCol="0" anchor="t" anchorCtr="0">
            <a:noAutofit/>
          </a:bodyPr>
          <a:lstStyle>
            <a:lvl1pPr marL="0" indent="0" algn="l">
              <a:spcBef>
                <a:spcPts val="0"/>
              </a:spcBef>
              <a:buFont typeface="Arial" panose="020B0604020202020204" pitchFamily="34" charset="0"/>
              <a:buNone/>
              <a:defRPr sz="1100" b="0">
                <a:solidFill>
                  <a:schemeClr val="tx1"/>
                </a:solidFill>
                <a:latin typeface="+mn-lt"/>
              </a:defRPr>
            </a:lvl1pPr>
          </a:lstStyle>
          <a:p>
            <a:r>
              <a:rPr lang="de-DE"/>
              <a:t>Prof. Dr.-Ing. F. Leitner-Fischer / Daniel Stimac</a:t>
            </a:r>
          </a:p>
        </p:txBody>
      </p:sp>
      <p:sp>
        <p:nvSpPr>
          <p:cNvPr id="5" name="Fußzeilenplatzhalter 4"/>
          <p:cNvSpPr>
            <a:spLocks noGrp="1"/>
          </p:cNvSpPr>
          <p:nvPr>
            <p:ph type="ftr" sz="quarter" idx="3"/>
          </p:nvPr>
        </p:nvSpPr>
        <p:spPr>
          <a:xfrm>
            <a:off x="3100860" y="6437911"/>
            <a:ext cx="6877125" cy="240093"/>
          </a:xfrm>
          <a:prstGeom prst="rect">
            <a:avLst/>
          </a:prstGeom>
        </p:spPr>
        <p:txBody>
          <a:bodyPr vert="horz" lIns="0" tIns="0" rIns="0" bIns="0" rtlCol="0" anchor="t" anchorCtr="0">
            <a:noAutofit/>
          </a:bodyPr>
          <a:lstStyle>
            <a:lvl1pPr marL="0" indent="0" algn="l">
              <a:spcBef>
                <a:spcPts val="0"/>
              </a:spcBef>
              <a:buFont typeface="Arial" panose="020B0604020202020204" pitchFamily="34" charset="0"/>
              <a:buNone/>
              <a:defRPr sz="1100" b="0">
                <a:solidFill>
                  <a:schemeClr val="tx1"/>
                </a:solidFill>
                <a:latin typeface="+mn-lt"/>
              </a:defRPr>
            </a:lvl1pPr>
          </a:lstStyle>
          <a:p>
            <a:r>
              <a:rPr lang="de-DE"/>
              <a:t>Software Engineering</a:t>
            </a:r>
          </a:p>
        </p:txBody>
      </p:sp>
      <p:sp>
        <p:nvSpPr>
          <p:cNvPr id="6" name="Foliennummernplatzhalter 5"/>
          <p:cNvSpPr>
            <a:spLocks noGrp="1"/>
          </p:cNvSpPr>
          <p:nvPr>
            <p:ph type="sldNum" sz="quarter" idx="4"/>
          </p:nvPr>
        </p:nvSpPr>
        <p:spPr>
          <a:xfrm>
            <a:off x="10500292" y="6444000"/>
            <a:ext cx="940743" cy="216000"/>
          </a:xfrm>
          <a:prstGeom prst="rect">
            <a:avLst/>
          </a:prstGeom>
        </p:spPr>
        <p:txBody>
          <a:bodyPr vert="horz" lIns="0" tIns="0" rIns="0" bIns="0" rtlCol="0" anchor="t" anchorCtr="0">
            <a:noAutofit/>
          </a:bodyPr>
          <a:lstStyle>
            <a:lvl1pPr marL="0" indent="0" algn="r">
              <a:spcBef>
                <a:spcPts val="0"/>
              </a:spcBef>
              <a:buFont typeface="Arial" panose="020B0604020202020204" pitchFamily="34" charset="0"/>
              <a:buNone/>
              <a:defRPr sz="1100" b="0">
                <a:solidFill>
                  <a:schemeClr val="tx1"/>
                </a:solidFill>
                <a:latin typeface="+mn-lt"/>
              </a:defRPr>
            </a:lvl1pPr>
          </a:lstStyle>
          <a:p>
            <a:fld id="{F5A77263-DD59-416C-A906-BA1A9DD16C04}" type="slidenum">
              <a:rPr lang="de-DE" smtClean="0"/>
              <a:pPr/>
              <a:t>‹Nr.›</a:t>
            </a:fld>
            <a:endParaRPr lang="de-DE"/>
          </a:p>
        </p:txBody>
      </p:sp>
      <p:cxnSp>
        <p:nvCxnSpPr>
          <p:cNvPr id="11" name="Gerade Verbindung 10"/>
          <p:cNvCxnSpPr/>
          <p:nvPr/>
        </p:nvCxnSpPr>
        <p:spPr>
          <a:xfrm>
            <a:off x="753187" y="6372000"/>
            <a:ext cx="10686373" cy="0"/>
          </a:xfrm>
          <a:prstGeom prst="line">
            <a:avLst/>
          </a:prstGeom>
          <a:ln w="3175">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Gerade Verbindung 12"/>
          <p:cNvCxnSpPr/>
          <p:nvPr/>
        </p:nvCxnSpPr>
        <p:spPr>
          <a:xfrm>
            <a:off x="752663" y="676622"/>
            <a:ext cx="10686896" cy="7378"/>
          </a:xfrm>
          <a:prstGeom prst="line">
            <a:avLst/>
          </a:prstGeom>
          <a:ln w="3175">
            <a:solidFill>
              <a:schemeClr val="tx1"/>
            </a:solidFill>
            <a:miter lim="800000"/>
          </a:ln>
        </p:spPr>
        <p:style>
          <a:lnRef idx="1">
            <a:schemeClr val="accent1"/>
          </a:lnRef>
          <a:fillRef idx="0">
            <a:schemeClr val="accent1"/>
          </a:fillRef>
          <a:effectRef idx="0">
            <a:schemeClr val="accent1"/>
          </a:effectRef>
          <a:fontRef idx="minor">
            <a:schemeClr val="tx1"/>
          </a:fontRef>
        </p:style>
      </p:cxnSp>
      <p:grpSp>
        <p:nvGrpSpPr>
          <p:cNvPr id="58" name="Gruppieren 57"/>
          <p:cNvGrpSpPr/>
          <p:nvPr/>
        </p:nvGrpSpPr>
        <p:grpSpPr>
          <a:xfrm>
            <a:off x="-2348165" y="-468000"/>
            <a:ext cx="15565169" cy="7794001"/>
            <a:chOff x="-1908000" y="-468000"/>
            <a:chExt cx="12647460" cy="7794001"/>
          </a:xfrm>
        </p:grpSpPr>
        <p:grpSp>
          <p:nvGrpSpPr>
            <p:cNvPr id="7" name="Gruppieren 6"/>
            <p:cNvGrpSpPr/>
            <p:nvPr userDrawn="1"/>
          </p:nvGrpSpPr>
          <p:grpSpPr>
            <a:xfrm>
              <a:off x="612775" y="-468000"/>
              <a:ext cx="8683625" cy="360000"/>
              <a:chOff x="612775" y="-468000"/>
              <a:chExt cx="8683625" cy="360000"/>
            </a:xfrm>
          </p:grpSpPr>
          <p:cxnSp>
            <p:nvCxnSpPr>
              <p:cNvPr id="35" name="Gerade Verbindung 34"/>
              <p:cNvCxnSpPr/>
              <p:nvPr userDrawn="1"/>
            </p:nvCxnSpPr>
            <p:spPr>
              <a:xfrm>
                <a:off x="612775" y="-468000"/>
                <a:ext cx="0" cy="36000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6" name="Gerade Verbindung 35"/>
              <p:cNvCxnSpPr/>
              <p:nvPr userDrawn="1"/>
            </p:nvCxnSpPr>
            <p:spPr>
              <a:xfrm>
                <a:off x="9296400" y="-468000"/>
                <a:ext cx="0" cy="36000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37" name="Textfeld 36"/>
              <p:cNvSpPr txBox="1"/>
              <p:nvPr userDrawn="1"/>
            </p:nvSpPr>
            <p:spPr>
              <a:xfrm>
                <a:off x="684000" y="-468000"/>
                <a:ext cx="720000" cy="360000"/>
              </a:xfrm>
              <a:prstGeom prst="rect">
                <a:avLst/>
              </a:prstGeom>
              <a:noFill/>
            </p:spPr>
            <p:txBody>
              <a:bodyPr wrap="square" lIns="18000" tIns="0" rIns="0" bIns="0" rtlCol="0" anchor="b" anchorCtr="0">
                <a:noAutofit/>
              </a:bodyPr>
              <a:lstStyle/>
              <a:p>
                <a:r>
                  <a:rPr lang="de-DE" sz="1000">
                    <a:solidFill>
                      <a:schemeClr val="tx1">
                        <a:lumMod val="50000"/>
                      </a:schemeClr>
                    </a:solidFill>
                    <a:latin typeface="+mn-lt"/>
                  </a:rPr>
                  <a:t>12,06</a:t>
                </a:r>
              </a:p>
              <a:p>
                <a:r>
                  <a:rPr lang="de-DE" sz="1000">
                    <a:solidFill>
                      <a:schemeClr val="tx1">
                        <a:lumMod val="50000"/>
                      </a:schemeClr>
                    </a:solidFill>
                    <a:latin typeface="+mn-lt"/>
                  </a:rPr>
                  <a:t>01,70</a:t>
                </a:r>
                <a:r>
                  <a:rPr lang="de-DE" sz="1000" baseline="0">
                    <a:solidFill>
                      <a:schemeClr val="tx1">
                        <a:lumMod val="50000"/>
                      </a:schemeClr>
                    </a:solidFill>
                    <a:latin typeface="+mn-lt"/>
                  </a:rPr>
                  <a:t> cm</a:t>
                </a:r>
                <a:endParaRPr lang="de-DE" sz="1000">
                  <a:solidFill>
                    <a:schemeClr val="tx1">
                      <a:lumMod val="50000"/>
                    </a:schemeClr>
                  </a:solidFill>
                  <a:latin typeface="+mn-lt"/>
                </a:endParaRPr>
              </a:p>
            </p:txBody>
          </p:sp>
        </p:grpSp>
        <p:grpSp>
          <p:nvGrpSpPr>
            <p:cNvPr id="45" name="Gruppieren 44"/>
            <p:cNvGrpSpPr/>
            <p:nvPr userDrawn="1"/>
          </p:nvGrpSpPr>
          <p:grpSpPr>
            <a:xfrm>
              <a:off x="612775" y="6966000"/>
              <a:ext cx="8683625" cy="360000"/>
              <a:chOff x="612775" y="-468000"/>
              <a:chExt cx="8683625" cy="360000"/>
            </a:xfrm>
          </p:grpSpPr>
          <p:sp>
            <p:nvSpPr>
              <p:cNvPr id="46" name="Textfeld 45"/>
              <p:cNvSpPr txBox="1"/>
              <p:nvPr userDrawn="1"/>
            </p:nvSpPr>
            <p:spPr>
              <a:xfrm>
                <a:off x="8503200" y="-468000"/>
                <a:ext cx="720000" cy="360000"/>
              </a:xfrm>
              <a:prstGeom prst="rect">
                <a:avLst/>
              </a:prstGeom>
              <a:noFill/>
            </p:spPr>
            <p:txBody>
              <a:bodyPr wrap="square" lIns="0" tIns="0" rIns="18000" bIns="0" rtlCol="0" anchor="t" anchorCtr="0">
                <a:noAutofit/>
              </a:bodyPr>
              <a:lstStyle/>
              <a:p>
                <a:pPr marL="0" marR="0" indent="0" algn="r" defTabSz="958146"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cm 25,82</a:t>
                </a:r>
              </a:p>
              <a:p>
                <a:pPr marL="0" marR="0" indent="0" algn="r" defTabSz="958146"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12,06</a:t>
                </a:r>
              </a:p>
            </p:txBody>
          </p:sp>
          <p:cxnSp>
            <p:nvCxnSpPr>
              <p:cNvPr id="47" name="Gerade Verbindung 46"/>
              <p:cNvCxnSpPr/>
              <p:nvPr userDrawn="1"/>
            </p:nvCxnSpPr>
            <p:spPr>
              <a:xfrm>
                <a:off x="612775" y="-468000"/>
                <a:ext cx="0" cy="36000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48" name="Gerade Verbindung 47"/>
              <p:cNvCxnSpPr/>
              <p:nvPr userDrawn="1"/>
            </p:nvCxnSpPr>
            <p:spPr>
              <a:xfrm>
                <a:off x="9296400" y="-468000"/>
                <a:ext cx="0" cy="36000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49" name="Textfeld 48"/>
              <p:cNvSpPr txBox="1"/>
              <p:nvPr userDrawn="1"/>
            </p:nvSpPr>
            <p:spPr>
              <a:xfrm>
                <a:off x="684000" y="-468000"/>
                <a:ext cx="720000" cy="360000"/>
              </a:xfrm>
              <a:prstGeom prst="rect">
                <a:avLst/>
              </a:prstGeom>
              <a:noFill/>
            </p:spPr>
            <p:txBody>
              <a:bodyPr wrap="square" lIns="18000" tIns="0" rIns="0" bIns="0" rtlCol="0" anchor="t" anchorCtr="0">
                <a:noAutofit/>
              </a:bodyPr>
              <a:lstStyle/>
              <a:p>
                <a:pPr marL="0" marR="0" indent="0" algn="l" defTabSz="958146"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01,70</a:t>
                </a:r>
                <a:r>
                  <a:rPr lang="de-DE" sz="1000" baseline="0">
                    <a:solidFill>
                      <a:schemeClr val="tx1">
                        <a:lumMod val="50000"/>
                      </a:schemeClr>
                    </a:solidFill>
                    <a:latin typeface="+mn-lt"/>
                  </a:rPr>
                  <a:t> cm</a:t>
                </a:r>
              </a:p>
              <a:p>
                <a:pPr marL="0" marR="0" indent="0" algn="l" defTabSz="958146"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12,06</a:t>
                </a:r>
              </a:p>
            </p:txBody>
          </p:sp>
        </p:grpSp>
        <p:grpSp>
          <p:nvGrpSpPr>
            <p:cNvPr id="57" name="Gruppieren 56"/>
            <p:cNvGrpSpPr/>
            <p:nvPr userDrawn="1"/>
          </p:nvGrpSpPr>
          <p:grpSpPr>
            <a:xfrm>
              <a:off x="-1908000" y="-468000"/>
              <a:ext cx="12647460" cy="7794001"/>
              <a:chOff x="-1908000" y="-468000"/>
              <a:chExt cx="12647460" cy="7794001"/>
            </a:xfrm>
          </p:grpSpPr>
          <p:grpSp>
            <p:nvGrpSpPr>
              <p:cNvPr id="56" name="Gruppieren 55"/>
              <p:cNvGrpSpPr/>
              <p:nvPr userDrawn="1"/>
            </p:nvGrpSpPr>
            <p:grpSpPr>
              <a:xfrm>
                <a:off x="-1908000" y="-468000"/>
                <a:ext cx="11131200" cy="7794001"/>
                <a:chOff x="-1908000" y="-468000"/>
                <a:chExt cx="11131200" cy="7794001"/>
              </a:xfrm>
            </p:grpSpPr>
            <p:sp>
              <p:nvSpPr>
                <p:cNvPr id="17" name="Regieanweisung // Hilfslinien"/>
                <p:cNvSpPr txBox="1"/>
                <p:nvPr userDrawn="1"/>
              </p:nvSpPr>
              <p:spPr>
                <a:xfrm rot="10800000" flipH="1" flipV="1">
                  <a:off x="1404465" y="6966000"/>
                  <a:ext cx="7099200" cy="360001"/>
                </a:xfrm>
                <a:prstGeom prst="rect">
                  <a:avLst/>
                </a:prstGeom>
                <a:noFill/>
                <a:ln w="12700">
                  <a:noFill/>
                </a:ln>
              </p:spPr>
              <p:txBody>
                <a:bodyPr vert="horz" wrap="square" lIns="0" tIns="0" rIns="0" bIns="0" rtlCol="0" anchor="t"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ctr">
                    <a:lnSpc>
                      <a:spcPct val="100000"/>
                    </a:lnSpc>
                    <a:spcBef>
                      <a:spcPts val="0"/>
                    </a:spcBef>
                    <a:spcAft>
                      <a:spcPts val="0"/>
                    </a:spcAft>
                  </a:pPr>
                  <a:r>
                    <a:rPr lang="de-DE" sz="1000" b="0" baseline="0">
                      <a:solidFill>
                        <a:schemeClr val="tx1">
                          <a:lumMod val="50000"/>
                        </a:schemeClr>
                      </a:solidFill>
                      <a:latin typeface="+mn-lt"/>
                    </a:rPr>
                    <a:t>Hilfslinien anzeigen über Menu: </a:t>
                  </a:r>
                  <a:br>
                    <a:rPr lang="de-DE" sz="1000" b="0" baseline="0">
                      <a:solidFill>
                        <a:schemeClr val="tx1">
                          <a:lumMod val="50000"/>
                        </a:schemeClr>
                      </a:solidFill>
                      <a:latin typeface="+mn-lt"/>
                    </a:rPr>
                  </a:br>
                  <a:r>
                    <a:rPr lang="de-DE" sz="1000" b="1" baseline="0">
                      <a:solidFill>
                        <a:schemeClr val="tx1">
                          <a:lumMod val="50000"/>
                        </a:schemeClr>
                      </a:solidFill>
                      <a:latin typeface="+mn-lt"/>
                    </a:rPr>
                    <a:t>Ansicht</a:t>
                  </a:r>
                  <a:r>
                    <a:rPr lang="de-DE" sz="1000" b="0" baseline="0">
                      <a:solidFill>
                        <a:schemeClr val="tx1">
                          <a:lumMod val="50000"/>
                        </a:schemeClr>
                      </a:solidFill>
                      <a:latin typeface="+mn-lt"/>
                    </a:rPr>
                    <a:t> // </a:t>
                  </a:r>
                  <a:r>
                    <a:rPr lang="de-DE" sz="1000" b="1" baseline="0">
                      <a:solidFill>
                        <a:schemeClr val="tx1">
                          <a:lumMod val="50000"/>
                        </a:schemeClr>
                      </a:solidFill>
                      <a:latin typeface="+mn-lt"/>
                    </a:rPr>
                    <a:t>Anzeigen</a:t>
                  </a:r>
                  <a:r>
                    <a:rPr lang="de-DE" sz="1000" b="0" baseline="0">
                      <a:solidFill>
                        <a:schemeClr val="tx1">
                          <a:lumMod val="50000"/>
                        </a:schemeClr>
                      </a:solidFill>
                      <a:latin typeface="+mn-lt"/>
                    </a:rPr>
                    <a:t> // Haken bei </a:t>
                  </a:r>
                  <a:r>
                    <a:rPr lang="de-DE" sz="1000" b="1" baseline="0">
                      <a:solidFill>
                        <a:schemeClr val="tx1">
                          <a:lumMod val="50000"/>
                        </a:schemeClr>
                      </a:solidFill>
                      <a:latin typeface="+mn-lt"/>
                    </a:rPr>
                    <a:t>Führungslinien</a:t>
                  </a:r>
                  <a:r>
                    <a:rPr lang="de-DE" sz="1000" b="0" baseline="0">
                      <a:solidFill>
                        <a:schemeClr val="tx1">
                          <a:lumMod val="50000"/>
                        </a:schemeClr>
                      </a:solidFill>
                      <a:latin typeface="+mn-lt"/>
                    </a:rPr>
                    <a:t> setzten</a:t>
                  </a:r>
                </a:p>
              </p:txBody>
            </p:sp>
            <p:sp>
              <p:nvSpPr>
                <p:cNvPr id="22" name="Regieanweisung // Fußzeile"/>
                <p:cNvSpPr txBox="1"/>
                <p:nvPr userDrawn="1"/>
              </p:nvSpPr>
              <p:spPr>
                <a:xfrm rot="10800000" flipH="1" flipV="1">
                  <a:off x="1404000" y="-468000"/>
                  <a:ext cx="7819200" cy="360000"/>
                </a:xfrm>
                <a:prstGeom prst="rect">
                  <a:avLst/>
                </a:prstGeom>
                <a:noFill/>
                <a:ln w="12700">
                  <a:noFill/>
                </a:ln>
              </p:spPr>
              <p:txBody>
                <a:bodyPr vert="horz" wrap="square" lIns="18000" tIns="0" rIns="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de-DE" sz="1000" b="0" baseline="0">
                      <a:solidFill>
                        <a:schemeClr val="tx1">
                          <a:lumMod val="50000"/>
                        </a:schemeClr>
                      </a:solidFill>
                      <a:latin typeface="+mn-lt"/>
                    </a:rPr>
                    <a:t>Fußzeilenfeld pro Folie oder für alle/mehrere anpassen über Menü:</a:t>
                  </a:r>
                </a:p>
                <a:p>
                  <a:pPr indent="0" algn="r">
                    <a:lnSpc>
                      <a:spcPct val="100000"/>
                    </a:lnSpc>
                    <a:spcBef>
                      <a:spcPts val="0"/>
                    </a:spcBef>
                    <a:spcAft>
                      <a:spcPts val="0"/>
                    </a:spcAft>
                  </a:pPr>
                  <a:r>
                    <a:rPr lang="de-DE" sz="1000" b="1" baseline="0">
                      <a:solidFill>
                        <a:schemeClr val="tx1">
                          <a:lumMod val="50000"/>
                        </a:schemeClr>
                      </a:solidFill>
                      <a:latin typeface="+mn-lt"/>
                    </a:rPr>
                    <a:t>Einfügen</a:t>
                  </a:r>
                  <a:r>
                    <a:rPr lang="de-DE" sz="1000" b="0" baseline="0">
                      <a:solidFill>
                        <a:schemeClr val="tx1">
                          <a:lumMod val="50000"/>
                        </a:schemeClr>
                      </a:solidFill>
                      <a:latin typeface="+mn-lt"/>
                    </a:rPr>
                    <a:t> // </a:t>
                  </a:r>
                  <a:r>
                    <a:rPr lang="de-DE" sz="1000" b="1" baseline="0">
                      <a:solidFill>
                        <a:schemeClr val="tx1">
                          <a:lumMod val="50000"/>
                        </a:schemeClr>
                      </a:solidFill>
                      <a:latin typeface="+mn-lt"/>
                    </a:rPr>
                    <a:t>Text</a:t>
                  </a:r>
                  <a:r>
                    <a:rPr lang="de-DE" sz="1000" b="0" baseline="0">
                      <a:solidFill>
                        <a:schemeClr val="tx1">
                          <a:lumMod val="50000"/>
                        </a:schemeClr>
                      </a:solidFill>
                      <a:latin typeface="+mn-lt"/>
                    </a:rPr>
                    <a:t> // </a:t>
                  </a:r>
                  <a:r>
                    <a:rPr lang="de-DE" sz="1000" b="1" baseline="0">
                      <a:solidFill>
                        <a:schemeClr val="tx1">
                          <a:lumMod val="50000"/>
                        </a:schemeClr>
                      </a:solidFill>
                      <a:latin typeface="+mn-lt"/>
                    </a:rPr>
                    <a:t>Kopf- und Fußzeile</a:t>
                  </a:r>
                </a:p>
              </p:txBody>
            </p:sp>
            <p:grpSp>
              <p:nvGrpSpPr>
                <p:cNvPr id="55" name="Gruppieren 54"/>
                <p:cNvGrpSpPr/>
                <p:nvPr userDrawn="1"/>
              </p:nvGrpSpPr>
              <p:grpSpPr>
                <a:xfrm>
                  <a:off x="-1908000" y="0"/>
                  <a:ext cx="1800001" cy="3420000"/>
                  <a:chOff x="-1908000" y="0"/>
                  <a:chExt cx="1800001" cy="3420000"/>
                </a:xfrm>
              </p:grpSpPr>
              <p:sp>
                <p:nvSpPr>
                  <p:cNvPr id="38" name="Regieanweisung // Allgemein"/>
                  <p:cNvSpPr txBox="1"/>
                  <p:nvPr userDrawn="1"/>
                </p:nvSpPr>
                <p:spPr>
                  <a:xfrm rot="10800000" flipH="1" flipV="1">
                    <a:off x="-1908000" y="0"/>
                    <a:ext cx="1800000" cy="1260475"/>
                  </a:xfrm>
                  <a:prstGeom prst="rect">
                    <a:avLst/>
                  </a:prstGeom>
                  <a:noFill/>
                  <a:ln w="12700">
                    <a:noFill/>
                  </a:ln>
                </p:spPr>
                <p:txBody>
                  <a:bodyPr vert="horz" wrap="square" lIns="0" tIns="0" rIns="0" bIns="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de-DE" sz="1000" b="0" baseline="0">
                        <a:solidFill>
                          <a:schemeClr val="tx1">
                            <a:lumMod val="50000"/>
                          </a:schemeClr>
                        </a:solidFill>
                        <a:latin typeface="+mn-lt"/>
                      </a:rPr>
                      <a:t>Folie in Ursprungsform </a:t>
                    </a:r>
                  </a:p>
                  <a:p>
                    <a:pPr indent="0" algn="r">
                      <a:lnSpc>
                        <a:spcPct val="100000"/>
                      </a:lnSpc>
                      <a:spcBef>
                        <a:spcPts val="0"/>
                      </a:spcBef>
                      <a:spcAft>
                        <a:spcPts val="0"/>
                      </a:spcAft>
                    </a:pPr>
                    <a:r>
                      <a:rPr lang="de-DE" sz="1000" b="0" baseline="0">
                        <a:solidFill>
                          <a:schemeClr val="tx1">
                            <a:lumMod val="50000"/>
                          </a:schemeClr>
                        </a:solidFill>
                        <a:latin typeface="+mn-lt"/>
                      </a:rPr>
                      <a:t>bringen über Menu:</a:t>
                    </a:r>
                  </a:p>
                  <a:p>
                    <a:pPr indent="0" algn="r">
                      <a:lnSpc>
                        <a:spcPct val="100000"/>
                      </a:lnSpc>
                      <a:spcBef>
                        <a:spcPts val="0"/>
                      </a:spcBef>
                      <a:spcAft>
                        <a:spcPts val="0"/>
                      </a:spcAft>
                    </a:pPr>
                    <a:r>
                      <a:rPr lang="de-DE" sz="1000" b="1" baseline="0">
                        <a:solidFill>
                          <a:schemeClr val="tx1">
                            <a:lumMod val="50000"/>
                          </a:schemeClr>
                        </a:solidFill>
                        <a:latin typeface="+mn-lt"/>
                      </a:rPr>
                      <a:t>Start</a:t>
                    </a:r>
                    <a:r>
                      <a:rPr lang="de-DE" sz="1000" b="0" baseline="0">
                        <a:solidFill>
                          <a:schemeClr val="tx1">
                            <a:lumMod val="50000"/>
                          </a:schemeClr>
                        </a:solidFill>
                        <a:latin typeface="+mn-lt"/>
                      </a:rPr>
                      <a:t> // </a:t>
                    </a:r>
                    <a:r>
                      <a:rPr lang="de-DE" sz="1000" b="1" baseline="0">
                        <a:solidFill>
                          <a:schemeClr val="tx1">
                            <a:lumMod val="50000"/>
                          </a:schemeClr>
                        </a:solidFill>
                        <a:latin typeface="+mn-lt"/>
                      </a:rPr>
                      <a:t>Folien</a:t>
                    </a:r>
                    <a:r>
                      <a:rPr lang="de-DE" sz="1000" b="0" baseline="0">
                        <a:solidFill>
                          <a:schemeClr val="tx1">
                            <a:lumMod val="50000"/>
                          </a:schemeClr>
                        </a:solidFill>
                        <a:latin typeface="+mn-lt"/>
                      </a:rPr>
                      <a:t> // </a:t>
                    </a:r>
                    <a:r>
                      <a:rPr lang="de-DE" sz="1000" b="1" baseline="0">
                        <a:solidFill>
                          <a:schemeClr val="tx1">
                            <a:lumMod val="50000"/>
                          </a:schemeClr>
                        </a:solidFill>
                        <a:latin typeface="+mn-lt"/>
                      </a:rPr>
                      <a:t>Zurücksetzen</a:t>
                    </a:r>
                  </a:p>
                  <a:p>
                    <a:pPr indent="0" algn="r">
                      <a:lnSpc>
                        <a:spcPct val="100000"/>
                      </a:lnSpc>
                      <a:spcBef>
                        <a:spcPts val="900"/>
                      </a:spcBef>
                      <a:spcAft>
                        <a:spcPts val="0"/>
                      </a:spcAft>
                    </a:pPr>
                    <a:r>
                      <a:rPr lang="de-DE" sz="1000" b="0" baseline="0">
                        <a:solidFill>
                          <a:schemeClr val="tx1">
                            <a:lumMod val="50000"/>
                          </a:schemeClr>
                        </a:solidFill>
                        <a:latin typeface="+mn-lt"/>
                      </a:rPr>
                      <a:t>Wechsel des Folienlayouts </a:t>
                    </a:r>
                    <a:br>
                      <a:rPr lang="de-DE" sz="1000" b="0" baseline="0">
                        <a:solidFill>
                          <a:schemeClr val="tx1">
                            <a:lumMod val="50000"/>
                          </a:schemeClr>
                        </a:solidFill>
                        <a:latin typeface="+mn-lt"/>
                      </a:rPr>
                    </a:br>
                    <a:r>
                      <a:rPr lang="de-DE" sz="1000" b="0" baseline="0">
                        <a:solidFill>
                          <a:schemeClr val="tx1">
                            <a:lumMod val="50000"/>
                          </a:schemeClr>
                        </a:solidFill>
                        <a:latin typeface="+mn-lt"/>
                      </a:rPr>
                      <a:t>im Menü über:</a:t>
                    </a:r>
                  </a:p>
                  <a:p>
                    <a:pPr marL="0" marR="0" lvl="0" indent="0" algn="r" defTabSz="914349" rtl="0" eaLnBrk="1" fontAlgn="auto" latinLnBrk="0" hangingPunct="1">
                      <a:lnSpc>
                        <a:spcPct val="100000"/>
                      </a:lnSpc>
                      <a:spcBef>
                        <a:spcPts val="0"/>
                      </a:spcBef>
                      <a:spcAft>
                        <a:spcPts val="0"/>
                      </a:spcAft>
                      <a:buClrTx/>
                      <a:buSzTx/>
                      <a:buFontTx/>
                      <a:buNone/>
                      <a:tabLst/>
                      <a:defRPr/>
                    </a:pPr>
                    <a:r>
                      <a:rPr lang="de-DE" sz="1000" b="1" baseline="0">
                        <a:solidFill>
                          <a:schemeClr val="tx1">
                            <a:lumMod val="50000"/>
                          </a:schemeClr>
                        </a:solidFill>
                        <a:latin typeface="+mn-lt"/>
                      </a:rPr>
                      <a:t>Start</a:t>
                    </a:r>
                    <a:r>
                      <a:rPr lang="de-DE" sz="1000" b="0" baseline="0">
                        <a:solidFill>
                          <a:schemeClr val="tx1">
                            <a:lumMod val="50000"/>
                          </a:schemeClr>
                        </a:solidFill>
                        <a:latin typeface="+mn-lt"/>
                      </a:rPr>
                      <a:t> // </a:t>
                    </a:r>
                    <a:r>
                      <a:rPr lang="de-DE" sz="1000" b="1" baseline="0">
                        <a:solidFill>
                          <a:schemeClr val="tx1">
                            <a:lumMod val="50000"/>
                          </a:schemeClr>
                        </a:solidFill>
                        <a:latin typeface="+mn-lt"/>
                      </a:rPr>
                      <a:t>Folien</a:t>
                    </a:r>
                    <a:r>
                      <a:rPr lang="de-DE" sz="1000" b="0" baseline="0">
                        <a:solidFill>
                          <a:schemeClr val="tx1">
                            <a:lumMod val="50000"/>
                          </a:schemeClr>
                        </a:solidFill>
                        <a:latin typeface="+mn-lt"/>
                      </a:rPr>
                      <a:t> // </a:t>
                    </a:r>
                    <a:r>
                      <a:rPr lang="de-DE" sz="1000" b="1" baseline="0">
                        <a:solidFill>
                          <a:schemeClr val="tx1">
                            <a:lumMod val="50000"/>
                          </a:schemeClr>
                        </a:solidFill>
                        <a:latin typeface="+mn-lt"/>
                      </a:rPr>
                      <a:t>Layout</a:t>
                    </a:r>
                    <a:endParaRPr lang="de-DE" sz="1000" b="0" baseline="0">
                      <a:solidFill>
                        <a:schemeClr val="tx1">
                          <a:lumMod val="50000"/>
                        </a:schemeClr>
                      </a:solidFill>
                      <a:latin typeface="+mn-lt"/>
                    </a:endParaRPr>
                  </a:p>
                </p:txBody>
              </p:sp>
              <p:sp>
                <p:nvSpPr>
                  <p:cNvPr id="41" name="Regieanweisung // Listenebenen"/>
                  <p:cNvSpPr txBox="1"/>
                  <p:nvPr userDrawn="1"/>
                </p:nvSpPr>
                <p:spPr>
                  <a:xfrm rot="10800000" flipH="1" flipV="1">
                    <a:off x="-1908000" y="1800000"/>
                    <a:ext cx="1800000" cy="720000"/>
                  </a:xfrm>
                  <a:prstGeom prst="rect">
                    <a:avLst/>
                  </a:prstGeom>
                  <a:noFill/>
                  <a:ln w="12700">
                    <a:noFill/>
                  </a:ln>
                </p:spPr>
                <p:txBody>
                  <a:bodyPr vert="horz" wrap="square" lIns="0" tIns="18000" rIns="0" bIns="0" rtlCol="0" anchor="t"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900"/>
                      </a:spcBef>
                      <a:spcAft>
                        <a:spcPts val="0"/>
                      </a:spcAft>
                    </a:pPr>
                    <a:r>
                      <a:rPr lang="de-DE" sz="1000" b="0" baseline="0">
                        <a:solidFill>
                          <a:schemeClr val="tx1">
                            <a:lumMod val="50000"/>
                          </a:schemeClr>
                        </a:solidFill>
                        <a:latin typeface="+mn-lt"/>
                      </a:rPr>
                      <a:t>Wechsel der Textebene</a:t>
                    </a:r>
                    <a:br>
                      <a:rPr lang="de-DE" sz="1000" b="0" baseline="0">
                        <a:solidFill>
                          <a:schemeClr val="tx1">
                            <a:lumMod val="50000"/>
                          </a:schemeClr>
                        </a:solidFill>
                        <a:latin typeface="+mn-lt"/>
                      </a:rPr>
                    </a:br>
                    <a:r>
                      <a:rPr lang="de-DE" sz="1000" b="0" baseline="0">
                        <a:solidFill>
                          <a:schemeClr val="tx1">
                            <a:lumMod val="50000"/>
                          </a:schemeClr>
                        </a:solidFill>
                        <a:latin typeface="+mn-lt"/>
                      </a:rPr>
                      <a:t>im Menü über: </a:t>
                    </a:r>
                    <a:br>
                      <a:rPr lang="de-DE" sz="1000" b="0" baseline="0">
                        <a:solidFill>
                          <a:schemeClr val="tx1">
                            <a:lumMod val="50000"/>
                          </a:schemeClr>
                        </a:solidFill>
                        <a:latin typeface="+mn-lt"/>
                      </a:rPr>
                    </a:br>
                    <a:r>
                      <a:rPr lang="de-DE" sz="1000" b="1" baseline="0">
                        <a:solidFill>
                          <a:schemeClr val="tx1">
                            <a:lumMod val="50000"/>
                          </a:schemeClr>
                        </a:solidFill>
                        <a:latin typeface="+mn-lt"/>
                      </a:rPr>
                      <a:t>Start</a:t>
                    </a:r>
                    <a:r>
                      <a:rPr lang="de-DE" sz="1000" b="0" baseline="0">
                        <a:solidFill>
                          <a:schemeClr val="tx1">
                            <a:lumMod val="50000"/>
                          </a:schemeClr>
                        </a:solidFill>
                        <a:latin typeface="+mn-lt"/>
                      </a:rPr>
                      <a:t> // </a:t>
                    </a:r>
                    <a:r>
                      <a:rPr lang="de-DE" sz="1000" b="1" baseline="0">
                        <a:solidFill>
                          <a:schemeClr val="tx1">
                            <a:lumMod val="50000"/>
                          </a:schemeClr>
                        </a:solidFill>
                        <a:latin typeface="+mn-lt"/>
                      </a:rPr>
                      <a:t>Absatz</a:t>
                    </a:r>
                    <a:r>
                      <a:rPr lang="de-DE" sz="1000" b="0" baseline="0">
                        <a:solidFill>
                          <a:schemeClr val="tx1">
                            <a:lumMod val="50000"/>
                          </a:schemeClr>
                        </a:solidFill>
                        <a:latin typeface="+mn-lt"/>
                      </a:rPr>
                      <a:t> // </a:t>
                    </a:r>
                    <a:r>
                      <a:rPr lang="de-DE" sz="1000" b="1" baseline="0">
                        <a:solidFill>
                          <a:schemeClr val="tx1">
                            <a:lumMod val="50000"/>
                          </a:schemeClr>
                        </a:solidFill>
                        <a:latin typeface="+mn-lt"/>
                      </a:rPr>
                      <a:t>Listenebene </a:t>
                    </a:r>
                    <a:br>
                      <a:rPr lang="de-DE" sz="1000" b="1" baseline="0">
                        <a:solidFill>
                          <a:schemeClr val="tx1">
                            <a:lumMod val="50000"/>
                          </a:schemeClr>
                        </a:solidFill>
                        <a:latin typeface="+mn-lt"/>
                      </a:rPr>
                    </a:br>
                    <a:r>
                      <a:rPr lang="de-DE" sz="1000" b="1" baseline="0">
                        <a:solidFill>
                          <a:schemeClr val="tx1">
                            <a:lumMod val="50000"/>
                          </a:schemeClr>
                        </a:solidFill>
                        <a:latin typeface="+mn-lt"/>
                      </a:rPr>
                      <a:t>erhöhen/verringern</a:t>
                    </a:r>
                  </a:p>
                </p:txBody>
              </p:sp>
              <p:grpSp>
                <p:nvGrpSpPr>
                  <p:cNvPr id="9" name="Gruppieren 8"/>
                  <p:cNvGrpSpPr/>
                  <p:nvPr userDrawn="1"/>
                </p:nvGrpSpPr>
                <p:grpSpPr>
                  <a:xfrm>
                    <a:off x="-1800000" y="2628000"/>
                    <a:ext cx="1692001" cy="792000"/>
                    <a:chOff x="-1800000" y="2628000"/>
                    <a:chExt cx="1692001" cy="792000"/>
                  </a:xfrm>
                </p:grpSpPr>
                <p:sp>
                  <p:nvSpPr>
                    <p:cNvPr id="40" name="Listenebenen verringern"/>
                    <p:cNvSpPr txBox="1"/>
                    <p:nvPr userDrawn="1"/>
                  </p:nvSpPr>
                  <p:spPr>
                    <a:xfrm rot="10800000" flipH="1" flipV="1">
                      <a:off x="-1800000" y="3096000"/>
                      <a:ext cx="864000" cy="324000"/>
                    </a:xfrm>
                    <a:prstGeom prst="rect">
                      <a:avLst/>
                    </a:prstGeom>
                    <a:noFill/>
                    <a:ln w="12700">
                      <a:noFill/>
                    </a:ln>
                  </p:spPr>
                  <p:txBody>
                    <a:bodyPr vert="horz" wrap="square" lIns="0" tIns="0" rIns="0" bIns="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de-DE" sz="1000" b="0">
                          <a:solidFill>
                            <a:schemeClr val="tx1">
                              <a:lumMod val="50000"/>
                            </a:schemeClr>
                          </a:solidFill>
                          <a:latin typeface="+mn-lt"/>
                          <a:cs typeface="Arial" panose="020B0604020202020204" pitchFamily="34" charset="0"/>
                        </a:rPr>
                        <a:t>Listenebene verringern</a:t>
                      </a:r>
                    </a:p>
                  </p:txBody>
                </p:sp>
                <p:sp>
                  <p:nvSpPr>
                    <p:cNvPr id="42" name="Listenebenen erhöhen"/>
                    <p:cNvSpPr txBox="1"/>
                    <p:nvPr userDrawn="1"/>
                  </p:nvSpPr>
                  <p:spPr>
                    <a:xfrm rot="10800000" flipH="1" flipV="1">
                      <a:off x="-1800000" y="2628000"/>
                      <a:ext cx="864000" cy="324000"/>
                    </a:xfrm>
                    <a:prstGeom prst="rect">
                      <a:avLst/>
                    </a:prstGeom>
                    <a:noFill/>
                    <a:ln w="12700">
                      <a:noFill/>
                    </a:ln>
                  </p:spPr>
                  <p:txBody>
                    <a:bodyPr vert="horz" wrap="square" lIns="0" tIns="0" rIns="0" bIns="0" rtlCol="0" anchor="ctr"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de-DE" sz="1000" b="0">
                          <a:solidFill>
                            <a:schemeClr val="tx1">
                              <a:lumMod val="50000"/>
                            </a:schemeClr>
                          </a:solidFill>
                          <a:latin typeface="+mn-lt"/>
                          <a:cs typeface="Arial" panose="020B0604020202020204" pitchFamily="34" charset="0"/>
                        </a:rPr>
                        <a:t>Listenebene erhöhen</a:t>
                      </a:r>
                    </a:p>
                  </p:txBody>
                </p:sp>
                <p:pic>
                  <p:nvPicPr>
                    <p:cNvPr id="15" name="Bild Listenebenen erhöhen"/>
                    <p:cNvPicPr>
                      <a:picLocks noChangeAspect="1" noChangeArrowheads="1"/>
                    </p:cNvPicPr>
                    <p:nvPr userDrawn="1"/>
                  </p:nvPicPr>
                  <p:blipFill>
                    <a:blip r:embed="rId29">
                      <a:extLst>
                        <a:ext uri="{28A0092B-C50C-407E-A947-70E740481C1C}">
                          <a14:useLocalDpi xmlns:a14="http://schemas.microsoft.com/office/drawing/2010/main" val="0"/>
                        </a:ext>
                      </a:extLst>
                    </a:blip>
                    <a:srcRect/>
                    <a:stretch>
                      <a:fillRect/>
                    </a:stretch>
                  </p:blipFill>
                  <p:spPr bwMode="auto">
                    <a:xfrm>
                      <a:off x="-850505" y="2628000"/>
                      <a:ext cx="742505" cy="3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Bild Listenebenen verringern"/>
                    <p:cNvPicPr>
                      <a:picLocks noChangeAspect="1" noChangeArrowheads="1"/>
                    </p:cNvPicPr>
                    <p:nvPr userDrawn="1"/>
                  </p:nvPicPr>
                  <p:blipFill>
                    <a:blip r:embed="rId30">
                      <a:extLst>
                        <a:ext uri="{28A0092B-C50C-407E-A947-70E740481C1C}">
                          <a14:useLocalDpi xmlns:a14="http://schemas.microsoft.com/office/drawing/2010/main" val="0"/>
                        </a:ext>
                      </a:extLst>
                    </a:blip>
                    <a:srcRect/>
                    <a:stretch>
                      <a:fillRect/>
                    </a:stretch>
                  </p:blipFill>
                  <p:spPr bwMode="auto">
                    <a:xfrm>
                      <a:off x="-850504" y="3096000"/>
                      <a:ext cx="742505" cy="3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grpSp>
          <p:grpSp>
            <p:nvGrpSpPr>
              <p:cNvPr id="8" name="Gruppieren 7"/>
              <p:cNvGrpSpPr/>
              <p:nvPr userDrawn="1"/>
            </p:nvGrpSpPr>
            <p:grpSpPr>
              <a:xfrm>
                <a:off x="10018800" y="1260475"/>
                <a:ext cx="720660" cy="4968875"/>
                <a:chOff x="9909175" y="1260475"/>
                <a:chExt cx="720660" cy="4968875"/>
              </a:xfrm>
            </p:grpSpPr>
            <p:cxnSp>
              <p:nvCxnSpPr>
                <p:cNvPr id="29" name="Gerade Verbindung 28"/>
                <p:cNvCxnSpPr/>
                <p:nvPr userDrawn="1"/>
              </p:nvCxnSpPr>
              <p:spPr>
                <a:xfrm>
                  <a:off x="9909175" y="2124075"/>
                  <a:ext cx="360000" cy="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30" name="Textfeld 29"/>
                <p:cNvSpPr txBox="1"/>
                <p:nvPr userDrawn="1"/>
              </p:nvSpPr>
              <p:spPr>
                <a:xfrm>
                  <a:off x="9909175" y="1296000"/>
                  <a:ext cx="720000" cy="360000"/>
                </a:xfrm>
                <a:prstGeom prst="rect">
                  <a:avLst/>
                </a:prstGeom>
                <a:noFill/>
              </p:spPr>
              <p:txBody>
                <a:bodyPr wrap="square" lIns="0" tIns="0" rIns="0" bIns="0" rtlCol="0" anchor="t" anchorCtr="0">
                  <a:noAutofit/>
                </a:bodyPr>
                <a:lstStyle/>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03,50 cm</a:t>
                  </a:r>
                </a:p>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06,02</a:t>
                  </a:r>
                </a:p>
              </p:txBody>
            </p:sp>
            <p:cxnSp>
              <p:nvCxnSpPr>
                <p:cNvPr id="31" name="Gerade Verbindung 30"/>
                <p:cNvCxnSpPr/>
                <p:nvPr userDrawn="1"/>
              </p:nvCxnSpPr>
              <p:spPr>
                <a:xfrm>
                  <a:off x="9909175" y="1260475"/>
                  <a:ext cx="360000" cy="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50" name="Textfeld 49"/>
                <p:cNvSpPr txBox="1"/>
                <p:nvPr userDrawn="1"/>
              </p:nvSpPr>
              <p:spPr>
                <a:xfrm>
                  <a:off x="9909175" y="1728000"/>
                  <a:ext cx="720000" cy="360000"/>
                </a:xfrm>
                <a:prstGeom prst="rect">
                  <a:avLst/>
                </a:prstGeom>
                <a:noFill/>
              </p:spPr>
              <p:txBody>
                <a:bodyPr wrap="square" lIns="0" tIns="0" rIns="0" bIns="0" rtlCol="0" anchor="b" anchorCtr="0">
                  <a:noAutofit/>
                </a:bodyPr>
                <a:lstStyle/>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03,62</a:t>
                  </a:r>
                </a:p>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05,90 cm</a:t>
                  </a:r>
                </a:p>
              </p:txBody>
            </p:sp>
            <p:sp>
              <p:nvSpPr>
                <p:cNvPr id="51" name="Textfeld 50"/>
                <p:cNvSpPr txBox="1"/>
                <p:nvPr userDrawn="1"/>
              </p:nvSpPr>
              <p:spPr>
                <a:xfrm>
                  <a:off x="9909175" y="2556000"/>
                  <a:ext cx="720000" cy="360000"/>
                </a:xfrm>
                <a:prstGeom prst="rect">
                  <a:avLst/>
                </a:prstGeom>
                <a:noFill/>
              </p:spPr>
              <p:txBody>
                <a:bodyPr wrap="square" lIns="0" tIns="0" rIns="0" bIns="0" rtlCol="0" anchor="t" anchorCtr="0">
                  <a:noAutofit/>
                </a:bodyPr>
                <a:lstStyle/>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07,10 cm</a:t>
                  </a:r>
                </a:p>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02,52</a:t>
                  </a:r>
                </a:p>
              </p:txBody>
            </p:sp>
            <p:cxnSp>
              <p:nvCxnSpPr>
                <p:cNvPr id="52" name="Gerade Verbindung 51"/>
                <p:cNvCxnSpPr/>
                <p:nvPr userDrawn="1"/>
              </p:nvCxnSpPr>
              <p:spPr>
                <a:xfrm>
                  <a:off x="9909175" y="2520950"/>
                  <a:ext cx="360000" cy="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53" name="Gerade Verbindung 52"/>
                <p:cNvCxnSpPr/>
                <p:nvPr userDrawn="1"/>
              </p:nvCxnSpPr>
              <p:spPr>
                <a:xfrm>
                  <a:off x="9909835" y="6229350"/>
                  <a:ext cx="360000" cy="0"/>
                </a:xfrm>
                <a:prstGeom prst="line">
                  <a:avLst/>
                </a:prstGeom>
                <a:ln w="0">
                  <a:solidFill>
                    <a:schemeClr val="tx1">
                      <a:lumMod val="50000"/>
                    </a:schemeClr>
                  </a:solidFill>
                  <a:miter lim="800000"/>
                </a:ln>
              </p:spPr>
              <p:style>
                <a:lnRef idx="1">
                  <a:schemeClr val="accent1"/>
                </a:lnRef>
                <a:fillRef idx="0">
                  <a:schemeClr val="accent1"/>
                </a:fillRef>
                <a:effectRef idx="0">
                  <a:schemeClr val="accent1"/>
                </a:effectRef>
                <a:fontRef idx="minor">
                  <a:schemeClr val="tx1"/>
                </a:fontRef>
              </p:style>
            </p:cxnSp>
            <p:sp>
              <p:nvSpPr>
                <p:cNvPr id="54" name="Textfeld 53"/>
                <p:cNvSpPr txBox="1"/>
                <p:nvPr userDrawn="1"/>
              </p:nvSpPr>
              <p:spPr>
                <a:xfrm>
                  <a:off x="9909835" y="5832000"/>
                  <a:ext cx="720000" cy="360000"/>
                </a:xfrm>
                <a:prstGeom prst="rect">
                  <a:avLst/>
                </a:prstGeom>
                <a:noFill/>
              </p:spPr>
              <p:txBody>
                <a:bodyPr wrap="square" lIns="0" tIns="0" rIns="0" bIns="0" rtlCol="0" anchor="b" anchorCtr="0">
                  <a:noAutofit/>
                </a:bodyPr>
                <a:lstStyle/>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07,78</a:t>
                  </a:r>
                </a:p>
                <a:p>
                  <a:pPr marL="0" marR="0" indent="0" algn="l" defTabSz="914349" rtl="0" eaLnBrk="1" fontAlgn="auto" latinLnBrk="0" hangingPunct="1">
                    <a:lnSpc>
                      <a:spcPct val="100000"/>
                    </a:lnSpc>
                    <a:spcBef>
                      <a:spcPts val="0"/>
                    </a:spcBef>
                    <a:spcAft>
                      <a:spcPts val="0"/>
                    </a:spcAft>
                    <a:buClrTx/>
                    <a:buSzTx/>
                    <a:buFontTx/>
                    <a:buNone/>
                    <a:tabLst/>
                    <a:defRPr/>
                  </a:pPr>
                  <a:r>
                    <a:rPr lang="de-DE" sz="1000">
                      <a:solidFill>
                        <a:schemeClr val="tx1">
                          <a:lumMod val="50000"/>
                        </a:schemeClr>
                      </a:solidFill>
                      <a:latin typeface="+mn-lt"/>
                    </a:rPr>
                    <a:t>17,30 cm</a:t>
                  </a:r>
                </a:p>
              </p:txBody>
            </p:sp>
          </p:grpSp>
        </p:grpSp>
      </p:grpSp>
      <p:pic>
        <p:nvPicPr>
          <p:cNvPr id="44" name="Picture 59" descr="DHBW_d_RV_WEB_150dpi"/>
          <p:cNvPicPr>
            <a:picLocks noChangeAspect="1" noChangeArrowheads="1"/>
          </p:cNvPicPr>
          <p:nvPr userDrawn="1"/>
        </p:nvPicPr>
        <p:blipFill>
          <a:blip r:embed="rId31" cstate="print">
            <a:extLst>
              <a:ext uri="{28A0092B-C50C-407E-A947-70E740481C1C}">
                <a14:useLocalDpi xmlns:a14="http://schemas.microsoft.com/office/drawing/2010/main"/>
              </a:ext>
            </a:extLst>
          </a:blip>
          <a:srcRect/>
          <a:stretch>
            <a:fillRect/>
          </a:stretch>
        </p:blipFill>
        <p:spPr bwMode="auto">
          <a:xfrm>
            <a:off x="719796" y="82900"/>
            <a:ext cx="1848227"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3154997"/>
      </p:ext>
    </p:extLst>
  </p:cSld>
  <p:clrMap bg1="lt1" tx1="dk1" bg2="lt2" tx2="dk2" accent1="accent1" accent2="accent2" accent3="accent3" accent4="accent4" accent5="accent5" accent6="accent6" hlink="hlink" folHlink="folHlink"/>
  <p:sldLayoutIdLst>
    <p:sldLayoutId id="2147483649" r:id="rId1"/>
    <p:sldLayoutId id="2147483676" r:id="rId2"/>
    <p:sldLayoutId id="2147483677" r:id="rId3"/>
    <p:sldLayoutId id="2147483692" r:id="rId4"/>
    <p:sldLayoutId id="2147483660" r:id="rId5"/>
    <p:sldLayoutId id="2147483680" r:id="rId6"/>
    <p:sldLayoutId id="2147483663" r:id="rId7"/>
    <p:sldLayoutId id="2147483678" r:id="rId8"/>
    <p:sldLayoutId id="2147483664" r:id="rId9"/>
    <p:sldLayoutId id="2147483665" r:id="rId10"/>
    <p:sldLayoutId id="2147483666" r:id="rId11"/>
    <p:sldLayoutId id="2147483661" r:id="rId12"/>
    <p:sldLayoutId id="2147483679" r:id="rId13"/>
    <p:sldLayoutId id="2147483669" r:id="rId14"/>
    <p:sldLayoutId id="2147483673" r:id="rId15"/>
    <p:sldLayoutId id="2147483674" r:id="rId16"/>
    <p:sldLayoutId id="2147483675" r:id="rId17"/>
    <p:sldLayoutId id="2147483662" r:id="rId18"/>
    <p:sldLayoutId id="2147483670" r:id="rId19"/>
    <p:sldLayoutId id="2147483671" r:id="rId20"/>
    <p:sldLayoutId id="2147483681" r:id="rId21"/>
    <p:sldLayoutId id="2147483668" r:id="rId22"/>
    <p:sldLayoutId id="2147483667" r:id="rId23"/>
    <p:sldLayoutId id="2147483672" r:id="rId24"/>
    <p:sldLayoutId id="2147483684" r:id="rId25"/>
    <p:sldLayoutId id="2147483687" r:id="rId26"/>
    <p:sldLayoutId id="2147483691" r:id="rId27"/>
  </p:sldLayoutIdLst>
  <p:transition>
    <p:fade/>
  </p:transition>
  <p:hf hdr="0"/>
  <p:txStyles>
    <p:titleStyle>
      <a:lvl1pPr marL="0" indent="0" algn="l" defTabSz="958146" rtl="0" eaLnBrk="1" latinLnBrk="0" hangingPunct="1">
        <a:spcBef>
          <a:spcPts val="0"/>
        </a:spcBef>
        <a:buFont typeface="Arial" panose="020B0604020202020204" pitchFamily="34" charset="0"/>
        <a:buNone/>
        <a:defRPr sz="2800" b="0" kern="1200">
          <a:solidFill>
            <a:schemeClr val="accent2"/>
          </a:solidFill>
          <a:latin typeface="+mn-lt"/>
          <a:ea typeface="+mj-ea"/>
          <a:cs typeface="+mj-cs"/>
        </a:defRPr>
      </a:lvl1pPr>
    </p:titleStyle>
    <p:bodyStyle>
      <a:lvl1pPr marL="197989" indent="-197989" algn="l" defTabSz="958146" rtl="0" eaLnBrk="1" latinLnBrk="0" hangingPunct="1">
        <a:lnSpc>
          <a:spcPct val="100000"/>
        </a:lnSpc>
        <a:spcBef>
          <a:spcPts val="1200"/>
        </a:spcBef>
        <a:buClr>
          <a:schemeClr val="accent2"/>
        </a:buClr>
        <a:buFont typeface="Arial" panose="020B0604020202020204" pitchFamily="34" charset="0"/>
        <a:buChar char="●"/>
        <a:defRPr sz="2000" b="0" kern="1200" baseline="0">
          <a:solidFill>
            <a:schemeClr val="tx1"/>
          </a:solidFill>
          <a:latin typeface="+mn-lt"/>
          <a:ea typeface="+mn-ea"/>
          <a:cs typeface="+mn-cs"/>
        </a:defRPr>
      </a:lvl1pPr>
      <a:lvl2pPr marL="719960" indent="-285734" algn="l" defTabSz="958146" rtl="0" eaLnBrk="1" latinLnBrk="0" hangingPunct="1">
        <a:lnSpc>
          <a:spcPts val="2200"/>
        </a:lnSpc>
        <a:spcBef>
          <a:spcPts val="600"/>
        </a:spcBef>
        <a:buFont typeface="Arial" panose="020B0604020202020204" pitchFamily="34" charset="0"/>
        <a:buChar char="•"/>
        <a:defRPr sz="1800" b="0" kern="1200">
          <a:solidFill>
            <a:schemeClr val="tx1"/>
          </a:solidFill>
          <a:latin typeface="+mn-lt"/>
          <a:ea typeface="+mn-ea"/>
          <a:cs typeface="+mn-cs"/>
        </a:defRPr>
      </a:lvl2pPr>
      <a:lvl3pPr marL="1079939" indent="-285734" algn="l" defTabSz="958146" rtl="0" eaLnBrk="1" latinLnBrk="0" hangingPunct="1">
        <a:lnSpc>
          <a:spcPct val="100000"/>
        </a:lnSpc>
        <a:spcBef>
          <a:spcPts val="600"/>
        </a:spcBef>
        <a:buFont typeface="Symbol" panose="05050102010706020507" pitchFamily="18" charset="2"/>
        <a:buChar char="-"/>
        <a:defRPr sz="1600" b="0" i="0" kern="1200" cap="none" baseline="0">
          <a:solidFill>
            <a:schemeClr val="tx1"/>
          </a:solidFill>
          <a:latin typeface="+mj-lt"/>
          <a:ea typeface="+mn-ea"/>
          <a:cs typeface="+mn-cs"/>
        </a:defRPr>
      </a:lvl3pPr>
      <a:lvl4pPr marL="0" indent="0" algn="l" defTabSz="958146" rtl="0" eaLnBrk="1" latinLnBrk="0" hangingPunct="1">
        <a:lnSpc>
          <a:spcPts val="2200"/>
        </a:lnSpc>
        <a:spcBef>
          <a:spcPts val="0"/>
        </a:spcBef>
        <a:buFont typeface="Arial" panose="020B0604020202020204" pitchFamily="34" charset="0"/>
        <a:buNone/>
        <a:defRPr sz="1600" b="1" kern="1200">
          <a:solidFill>
            <a:schemeClr val="tx1"/>
          </a:solidFill>
          <a:latin typeface="+mj-lt"/>
          <a:ea typeface="+mn-ea"/>
          <a:cs typeface="+mn-cs"/>
        </a:defRPr>
      </a:lvl4pPr>
      <a:lvl5pPr marL="323982" indent="-197989" algn="l" defTabSz="958146" rtl="0" eaLnBrk="1" latinLnBrk="0" hangingPunct="1">
        <a:lnSpc>
          <a:spcPts val="2200"/>
        </a:lnSpc>
        <a:spcBef>
          <a:spcPts val="0"/>
        </a:spcBef>
        <a:buClr>
          <a:schemeClr val="tx1"/>
        </a:buClr>
        <a:buFont typeface="Arial" panose="020B0604020202020204" pitchFamily="34" charset="0"/>
        <a:buChar char="»"/>
        <a:defRPr sz="1600" b="0" kern="1200">
          <a:solidFill>
            <a:schemeClr val="tx1"/>
          </a:solidFill>
          <a:latin typeface="+mj-lt"/>
          <a:ea typeface="+mn-ea"/>
          <a:cs typeface="+mn-cs"/>
        </a:defRPr>
      </a:lvl5pPr>
      <a:lvl6pPr marL="0" indent="0" algn="l" defTabSz="958146" rtl="0" eaLnBrk="1" latinLnBrk="0" hangingPunct="1">
        <a:lnSpc>
          <a:spcPts val="2200"/>
        </a:lnSpc>
        <a:spcBef>
          <a:spcPts val="0"/>
        </a:spcBef>
        <a:buFont typeface="Arial" panose="020B0604020202020204" pitchFamily="34" charset="0"/>
        <a:buNone/>
        <a:defRPr sz="1600" b="1" kern="1200">
          <a:solidFill>
            <a:schemeClr val="accent2"/>
          </a:solidFill>
          <a:latin typeface="+mj-lt"/>
          <a:ea typeface="+mn-ea"/>
          <a:cs typeface="+mn-cs"/>
        </a:defRPr>
      </a:lvl6pPr>
      <a:lvl7pPr marL="0" indent="0" algn="l" defTabSz="958146" rtl="0" eaLnBrk="1" latinLnBrk="0" hangingPunct="1">
        <a:lnSpc>
          <a:spcPts val="2200"/>
        </a:lnSpc>
        <a:spcBef>
          <a:spcPts val="0"/>
        </a:spcBef>
        <a:buFont typeface="Arial" panose="020B0604020202020204" pitchFamily="34" charset="0"/>
        <a:buNone/>
        <a:defRPr sz="1600" b="1" kern="1200">
          <a:solidFill>
            <a:schemeClr val="tx1"/>
          </a:solidFill>
          <a:latin typeface="+mj-lt"/>
          <a:ea typeface="+mn-ea"/>
          <a:cs typeface="+mn-cs"/>
        </a:defRPr>
      </a:lvl7pPr>
      <a:lvl8pPr marL="125993" indent="-125993" algn="l" defTabSz="958146" rtl="0" eaLnBrk="1" latinLnBrk="0" hangingPunct="1">
        <a:lnSpc>
          <a:spcPts val="2200"/>
        </a:lnSpc>
        <a:spcBef>
          <a:spcPts val="0"/>
        </a:spcBef>
        <a:buClr>
          <a:schemeClr val="tx1"/>
        </a:buClr>
        <a:buFont typeface="Arial" panose="020B0604020202020204" pitchFamily="34" charset="0"/>
        <a:buChar char="•"/>
        <a:defRPr sz="1600" b="0" kern="1200">
          <a:solidFill>
            <a:schemeClr val="tx1"/>
          </a:solidFill>
          <a:latin typeface="+mj-lt"/>
          <a:ea typeface="+mn-ea"/>
          <a:cs typeface="+mn-cs"/>
        </a:defRPr>
      </a:lvl8pPr>
      <a:lvl9pPr marL="0" indent="0" algn="l" defTabSz="958146" rtl="0" eaLnBrk="1" latinLnBrk="0" hangingPunct="1">
        <a:lnSpc>
          <a:spcPts val="2200"/>
        </a:lnSpc>
        <a:spcBef>
          <a:spcPts val="0"/>
        </a:spcBef>
        <a:buFont typeface="Arial" panose="020B0604020202020204" pitchFamily="34" charset="0"/>
        <a:buNone/>
        <a:defRPr sz="1600" b="1" kern="1200">
          <a:solidFill>
            <a:schemeClr val="tx1"/>
          </a:solidFill>
          <a:latin typeface="+mj-lt"/>
          <a:ea typeface="+mn-ea"/>
          <a:cs typeface="+mn-cs"/>
        </a:defRPr>
      </a:lvl9pPr>
    </p:bodyStyle>
    <p:otherStyle>
      <a:defPPr>
        <a:defRPr lang="de-DE"/>
      </a:defPPr>
      <a:lvl1pPr marL="0" algn="l" defTabSz="958146" rtl="0" eaLnBrk="1" latinLnBrk="0" hangingPunct="1">
        <a:defRPr sz="1900" kern="1200">
          <a:solidFill>
            <a:schemeClr val="tx1"/>
          </a:solidFill>
          <a:latin typeface="+mn-lt"/>
          <a:ea typeface="+mn-ea"/>
          <a:cs typeface="+mn-cs"/>
        </a:defRPr>
      </a:lvl1pPr>
      <a:lvl2pPr marL="479073" algn="l" defTabSz="958146" rtl="0" eaLnBrk="1" latinLnBrk="0" hangingPunct="1">
        <a:defRPr sz="1900" kern="1200">
          <a:solidFill>
            <a:schemeClr val="tx1"/>
          </a:solidFill>
          <a:latin typeface="+mn-lt"/>
          <a:ea typeface="+mn-ea"/>
          <a:cs typeface="+mn-cs"/>
        </a:defRPr>
      </a:lvl2pPr>
      <a:lvl3pPr marL="958146" algn="l" defTabSz="958146" rtl="0" eaLnBrk="1" latinLnBrk="0" hangingPunct="1">
        <a:defRPr sz="1900" kern="1200">
          <a:solidFill>
            <a:schemeClr val="tx1"/>
          </a:solidFill>
          <a:latin typeface="+mn-lt"/>
          <a:ea typeface="+mn-ea"/>
          <a:cs typeface="+mn-cs"/>
        </a:defRPr>
      </a:lvl3pPr>
      <a:lvl4pPr marL="1437219" algn="l" defTabSz="958146" rtl="0" eaLnBrk="1" latinLnBrk="0" hangingPunct="1">
        <a:defRPr sz="1900" kern="1200">
          <a:solidFill>
            <a:schemeClr val="tx1"/>
          </a:solidFill>
          <a:latin typeface="+mn-lt"/>
          <a:ea typeface="+mn-ea"/>
          <a:cs typeface="+mn-cs"/>
        </a:defRPr>
      </a:lvl4pPr>
      <a:lvl5pPr marL="1916292" algn="l" defTabSz="958146" rtl="0" eaLnBrk="1" latinLnBrk="0" hangingPunct="1">
        <a:defRPr sz="1900" kern="1200">
          <a:solidFill>
            <a:schemeClr val="tx1"/>
          </a:solidFill>
          <a:latin typeface="+mn-lt"/>
          <a:ea typeface="+mn-ea"/>
          <a:cs typeface="+mn-cs"/>
        </a:defRPr>
      </a:lvl5pPr>
      <a:lvl6pPr marL="2395365" algn="l" defTabSz="958146" rtl="0" eaLnBrk="1" latinLnBrk="0" hangingPunct="1">
        <a:defRPr sz="1900" kern="1200">
          <a:solidFill>
            <a:schemeClr val="tx1"/>
          </a:solidFill>
          <a:latin typeface="+mn-lt"/>
          <a:ea typeface="+mn-ea"/>
          <a:cs typeface="+mn-cs"/>
        </a:defRPr>
      </a:lvl6pPr>
      <a:lvl7pPr marL="2874437" algn="l" defTabSz="958146" rtl="0" eaLnBrk="1" latinLnBrk="0" hangingPunct="1">
        <a:defRPr sz="1900" kern="1200">
          <a:solidFill>
            <a:schemeClr val="tx1"/>
          </a:solidFill>
          <a:latin typeface="+mn-lt"/>
          <a:ea typeface="+mn-ea"/>
          <a:cs typeface="+mn-cs"/>
        </a:defRPr>
      </a:lvl7pPr>
      <a:lvl8pPr marL="3353510" algn="l" defTabSz="958146" rtl="0" eaLnBrk="1" latinLnBrk="0" hangingPunct="1">
        <a:defRPr sz="1900" kern="1200">
          <a:solidFill>
            <a:schemeClr val="tx1"/>
          </a:solidFill>
          <a:latin typeface="+mn-lt"/>
          <a:ea typeface="+mn-ea"/>
          <a:cs typeface="+mn-cs"/>
        </a:defRPr>
      </a:lvl8pPr>
      <a:lvl9pPr marL="3832584" algn="l" defTabSz="958146"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hyperlink" Target="mailto:Stimac.Daniel@dozent.dhbw-ravensburg.de" TargetMode="Externa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Layout" Target="../slideLayouts/slideLayout4.xml"/><Relationship Id="rId4" Type="http://schemas.openxmlformats.org/officeDocument/2006/relationships/image" Target="../media/image22.emf"/></Relationships>
</file>

<file path=ppt/slides/_rels/slide1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tertitel 1"/>
          <p:cNvSpPr>
            <a:spLocks noGrp="1"/>
          </p:cNvSpPr>
          <p:nvPr>
            <p:ph type="subTitle" idx="1"/>
          </p:nvPr>
        </p:nvSpPr>
        <p:spPr/>
        <p:txBody>
          <a:bodyPr/>
          <a:lstStyle/>
          <a:p>
            <a:r>
              <a:rPr lang="en-US" noProof="0" dirty="0"/>
              <a:t>Daniel Stimac</a:t>
            </a:r>
          </a:p>
        </p:txBody>
      </p:sp>
      <p:sp>
        <p:nvSpPr>
          <p:cNvPr id="3" name="Textplatzhalter 2"/>
          <p:cNvSpPr>
            <a:spLocks noGrp="1"/>
          </p:cNvSpPr>
          <p:nvPr>
            <p:ph type="body" sz="quarter" idx="11"/>
          </p:nvPr>
        </p:nvSpPr>
        <p:spPr>
          <a:xfrm>
            <a:off x="787539" y="1845618"/>
            <a:ext cx="10686373" cy="1764000"/>
          </a:xfrm>
        </p:spPr>
        <p:txBody>
          <a:bodyPr/>
          <a:lstStyle/>
          <a:p>
            <a:r>
              <a:rPr lang="en-US" noProof="0" dirty="0"/>
              <a:t>Software Engineering</a:t>
            </a:r>
          </a:p>
          <a:p>
            <a:r>
              <a:rPr lang="en-US" noProof="0" dirty="0"/>
              <a:t>Program Design</a:t>
            </a:r>
            <a:br>
              <a:rPr lang="en-US" noProof="0" dirty="0"/>
            </a:br>
            <a:endParaRPr lang="en-US" noProof="0" dirty="0"/>
          </a:p>
          <a:p>
            <a:endParaRPr lang="en-US" noProof="0" dirty="0"/>
          </a:p>
        </p:txBody>
      </p:sp>
    </p:spTree>
    <p:extLst>
      <p:ext uri="{BB962C8B-B14F-4D97-AF65-F5344CB8AC3E}">
        <p14:creationId xmlns:p14="http://schemas.microsoft.com/office/powerpoint/2010/main" val="2626835171"/>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D9FB8E-5982-B254-ECAC-069F967BE5F9}"/>
              </a:ext>
            </a:extLst>
          </p:cNvPr>
          <p:cNvSpPr>
            <a:spLocks noGrp="1"/>
          </p:cNvSpPr>
          <p:nvPr>
            <p:ph type="title"/>
          </p:nvPr>
        </p:nvSpPr>
        <p:spPr/>
        <p:txBody>
          <a:bodyPr/>
          <a:lstStyle/>
          <a:p>
            <a:r>
              <a:rPr lang="en-US" noProof="0" dirty="0"/>
              <a:t>Program Design</a:t>
            </a:r>
          </a:p>
        </p:txBody>
      </p:sp>
      <p:sp>
        <p:nvSpPr>
          <p:cNvPr id="3" name="Datumsplatzhalter 2">
            <a:extLst>
              <a:ext uri="{FF2B5EF4-FFF2-40B4-BE49-F238E27FC236}">
                <a16:creationId xmlns:a16="http://schemas.microsoft.com/office/drawing/2014/main" id="{0786231F-605C-9A62-2067-EED7E6532C32}"/>
              </a:ext>
            </a:extLst>
          </p:cNvPr>
          <p:cNvSpPr>
            <a:spLocks noGrp="1"/>
          </p:cNvSpPr>
          <p:nvPr>
            <p:ph type="dt" sz="half" idx="10"/>
          </p:nvPr>
        </p:nvSpPr>
        <p:spPr/>
        <p:txBody>
          <a:bodyPr/>
          <a:lstStyle/>
          <a:p>
            <a:r>
              <a:rPr lang="en-US" noProof="0"/>
              <a:t>Prof. Dr.-Ing. F. Leitner-Fischer / Daniel Stimac</a:t>
            </a:r>
          </a:p>
        </p:txBody>
      </p:sp>
      <p:sp>
        <p:nvSpPr>
          <p:cNvPr id="4" name="Fußzeilenplatzhalter 3">
            <a:extLst>
              <a:ext uri="{FF2B5EF4-FFF2-40B4-BE49-F238E27FC236}">
                <a16:creationId xmlns:a16="http://schemas.microsoft.com/office/drawing/2014/main" id="{CB4BA338-1358-FDB1-C3B2-0FA138714BAC}"/>
              </a:ext>
            </a:extLst>
          </p:cNvPr>
          <p:cNvSpPr>
            <a:spLocks noGrp="1"/>
          </p:cNvSpPr>
          <p:nvPr>
            <p:ph type="ftr" sz="quarter" idx="11"/>
          </p:nvPr>
        </p:nvSpPr>
        <p:spPr/>
        <p:txBody>
          <a:bodyPr/>
          <a:lstStyle/>
          <a:p>
            <a:r>
              <a:rPr lang="en-US" noProof="0"/>
              <a:t>Software Engineering</a:t>
            </a:r>
          </a:p>
        </p:txBody>
      </p:sp>
      <p:sp>
        <p:nvSpPr>
          <p:cNvPr id="5" name="Foliennummernplatzhalter 4">
            <a:extLst>
              <a:ext uri="{FF2B5EF4-FFF2-40B4-BE49-F238E27FC236}">
                <a16:creationId xmlns:a16="http://schemas.microsoft.com/office/drawing/2014/main" id="{36097B24-D2E5-6149-1FB1-14CA471E1522}"/>
              </a:ext>
            </a:extLst>
          </p:cNvPr>
          <p:cNvSpPr>
            <a:spLocks noGrp="1"/>
          </p:cNvSpPr>
          <p:nvPr>
            <p:ph type="sldNum" sz="quarter" idx="12"/>
          </p:nvPr>
        </p:nvSpPr>
        <p:spPr/>
        <p:txBody>
          <a:bodyPr/>
          <a:lstStyle/>
          <a:p>
            <a:fld id="{F5A77263-DD59-416C-A906-BA1A9DD16C04}" type="slidenum">
              <a:rPr lang="en-US" noProof="0" smtClean="0"/>
              <a:pPr/>
              <a:t>2</a:t>
            </a:fld>
            <a:endParaRPr lang="en-US" noProof="0"/>
          </a:p>
        </p:txBody>
      </p:sp>
      <p:sp>
        <p:nvSpPr>
          <p:cNvPr id="6" name="Inhaltsplatzhalter 5">
            <a:extLst>
              <a:ext uri="{FF2B5EF4-FFF2-40B4-BE49-F238E27FC236}">
                <a16:creationId xmlns:a16="http://schemas.microsoft.com/office/drawing/2014/main" id="{7DF040A1-8E7D-5DE6-1A36-0917685D4193}"/>
              </a:ext>
            </a:extLst>
          </p:cNvPr>
          <p:cNvSpPr>
            <a:spLocks noGrp="1"/>
          </p:cNvSpPr>
          <p:nvPr>
            <p:ph sz="quarter" idx="13"/>
          </p:nvPr>
        </p:nvSpPr>
        <p:spPr/>
        <p:txBody>
          <a:bodyPr/>
          <a:lstStyle/>
          <a:p>
            <a:pPr marL="0" indent="0">
              <a:buNone/>
            </a:pPr>
            <a:r>
              <a:rPr lang="en-US" dirty="0"/>
              <a:t>The objective of this program design assignment is to develop a coherent software architecture and a detailed system design based on the System Requirements Specification (SRS) you created last quarter, together with the constraints defined for this task.</a:t>
            </a:r>
          </a:p>
          <a:p>
            <a:pPr marL="0" indent="0">
              <a:buNone/>
            </a:pPr>
            <a:endParaRPr lang="en-US" dirty="0"/>
          </a:p>
          <a:p>
            <a:pPr marL="0" indent="0">
              <a:buNone/>
            </a:pPr>
            <a:r>
              <a:rPr lang="en-US" dirty="0"/>
              <a:t>You are required to submit the following deliverables:</a:t>
            </a:r>
          </a:p>
          <a:p>
            <a:r>
              <a:rPr lang="en-US" dirty="0"/>
              <a:t>A System Design Document (PDF) following the structure discussed in the lecture, describing the overall software architecture of the truck system. This document must contain all relevant architectural and design information and serves as the primary basis for assessment.</a:t>
            </a:r>
          </a:p>
          <a:p>
            <a:r>
              <a:rPr lang="en-US" dirty="0"/>
              <a:t>The detailed design of the emergency stop system as part of the UML model below.</a:t>
            </a:r>
            <a:endParaRPr lang="de-DE" dirty="0"/>
          </a:p>
          <a:p>
            <a:r>
              <a:rPr lang="en-US" dirty="0"/>
              <a:t>An Enterprise Architect project file containing the UML diagrams you created for this program design. This file is submitted as supplementary material and will not be graded; all relevant content must be included in the System Design Document.</a:t>
            </a:r>
            <a:endParaRPr lang="en-US" noProof="0" dirty="0"/>
          </a:p>
          <a:p>
            <a:endParaRPr lang="en-US" noProof="0" dirty="0"/>
          </a:p>
        </p:txBody>
      </p:sp>
    </p:spTree>
    <p:extLst>
      <p:ext uri="{BB962C8B-B14F-4D97-AF65-F5344CB8AC3E}">
        <p14:creationId xmlns:p14="http://schemas.microsoft.com/office/powerpoint/2010/main" val="337307518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8331513-3849-2C2D-A7D7-B261EACF20FF}"/>
              </a:ext>
            </a:extLst>
          </p:cNvPr>
          <p:cNvSpPr>
            <a:spLocks noGrp="1"/>
          </p:cNvSpPr>
          <p:nvPr>
            <p:ph type="title"/>
          </p:nvPr>
        </p:nvSpPr>
        <p:spPr/>
        <p:txBody>
          <a:bodyPr/>
          <a:lstStyle/>
          <a:p>
            <a:r>
              <a:rPr lang="de-DE" dirty="0"/>
              <a:t>Schedule</a:t>
            </a:r>
          </a:p>
        </p:txBody>
      </p:sp>
      <p:sp>
        <p:nvSpPr>
          <p:cNvPr id="3" name="Datumsplatzhalter 2">
            <a:extLst>
              <a:ext uri="{FF2B5EF4-FFF2-40B4-BE49-F238E27FC236}">
                <a16:creationId xmlns:a16="http://schemas.microsoft.com/office/drawing/2014/main" id="{897AC9DA-9B97-AC79-14DF-08DEFD3FC26F}"/>
              </a:ext>
            </a:extLst>
          </p:cNvPr>
          <p:cNvSpPr>
            <a:spLocks noGrp="1"/>
          </p:cNvSpPr>
          <p:nvPr>
            <p:ph type="dt" sz="half" idx="10"/>
          </p:nvPr>
        </p:nvSpPr>
        <p:spPr/>
        <p:txBody>
          <a:bodyPr/>
          <a:lstStyle/>
          <a:p>
            <a:r>
              <a:rPr lang="de-DE"/>
              <a:t>Prof. Dr.-Ing. F. Leitner-Fischer / Daniel Stimac</a:t>
            </a:r>
          </a:p>
        </p:txBody>
      </p:sp>
      <p:sp>
        <p:nvSpPr>
          <p:cNvPr id="4" name="Fußzeilenplatzhalter 3">
            <a:extLst>
              <a:ext uri="{FF2B5EF4-FFF2-40B4-BE49-F238E27FC236}">
                <a16:creationId xmlns:a16="http://schemas.microsoft.com/office/drawing/2014/main" id="{6AF0C8E6-5C4A-AEF1-996F-FF8F82AD3087}"/>
              </a:ext>
            </a:extLst>
          </p:cNvPr>
          <p:cNvSpPr>
            <a:spLocks noGrp="1"/>
          </p:cNvSpPr>
          <p:nvPr>
            <p:ph type="ftr" sz="quarter" idx="11"/>
          </p:nvPr>
        </p:nvSpPr>
        <p:spPr/>
        <p:txBody>
          <a:bodyPr/>
          <a:lstStyle/>
          <a:p>
            <a:r>
              <a:rPr lang="de-DE"/>
              <a:t>Software Engineering</a:t>
            </a:r>
          </a:p>
        </p:txBody>
      </p:sp>
      <p:sp>
        <p:nvSpPr>
          <p:cNvPr id="5" name="Foliennummernplatzhalter 4">
            <a:extLst>
              <a:ext uri="{FF2B5EF4-FFF2-40B4-BE49-F238E27FC236}">
                <a16:creationId xmlns:a16="http://schemas.microsoft.com/office/drawing/2014/main" id="{993588D8-F904-AF0C-5395-BE12DA5DA4FD}"/>
              </a:ext>
            </a:extLst>
          </p:cNvPr>
          <p:cNvSpPr>
            <a:spLocks noGrp="1"/>
          </p:cNvSpPr>
          <p:nvPr>
            <p:ph type="sldNum" sz="quarter" idx="12"/>
          </p:nvPr>
        </p:nvSpPr>
        <p:spPr/>
        <p:txBody>
          <a:bodyPr/>
          <a:lstStyle/>
          <a:p>
            <a:fld id="{F5A77263-DD59-416C-A906-BA1A9DD16C04}" type="slidenum">
              <a:rPr lang="de-DE" smtClean="0"/>
              <a:pPr/>
              <a:t>3</a:t>
            </a:fld>
            <a:endParaRPr lang="de-DE"/>
          </a:p>
        </p:txBody>
      </p:sp>
      <p:sp>
        <p:nvSpPr>
          <p:cNvPr id="6" name="Inhaltsplatzhalter 5">
            <a:extLst>
              <a:ext uri="{FF2B5EF4-FFF2-40B4-BE49-F238E27FC236}">
                <a16:creationId xmlns:a16="http://schemas.microsoft.com/office/drawing/2014/main" id="{77404A04-B3D4-A4BE-ED3C-C542A448282B}"/>
              </a:ext>
            </a:extLst>
          </p:cNvPr>
          <p:cNvSpPr>
            <a:spLocks noGrp="1"/>
          </p:cNvSpPr>
          <p:nvPr>
            <p:ph sz="quarter" idx="13"/>
          </p:nvPr>
        </p:nvSpPr>
        <p:spPr/>
        <p:txBody>
          <a:bodyPr/>
          <a:lstStyle/>
          <a:p>
            <a:r>
              <a:rPr lang="en-US" u="sng" dirty="0"/>
              <a:t>Due date for group selection: </a:t>
            </a:r>
            <a:endParaRPr lang="de-DE" dirty="0"/>
          </a:p>
          <a:p>
            <a:pPr marL="521971" lvl="1" indent="0">
              <a:buNone/>
            </a:pPr>
            <a:r>
              <a:rPr lang="en-US" dirty="0"/>
              <a:t>Send an e-mail to  </a:t>
            </a:r>
            <a:r>
              <a:rPr lang="en-US" u="sng" dirty="0">
                <a:hlinkClick r:id="rId2"/>
              </a:rPr>
              <a:t>Stimac.Daniel@dozent.dhbw-ravensburg.de</a:t>
            </a:r>
            <a:r>
              <a:rPr lang="de-DE" dirty="0"/>
              <a:t> </a:t>
            </a:r>
            <a:r>
              <a:rPr lang="en-US" dirty="0"/>
              <a:t>with all members of the group and a till </a:t>
            </a:r>
            <a:r>
              <a:rPr lang="en-US" b="1" dirty="0"/>
              <a:t>13.02.2026, 23:59</a:t>
            </a:r>
            <a:r>
              <a:rPr lang="en-US" dirty="0"/>
              <a:t>. Please define a group name and nominate one responsible member who will upload the final version on behalf of the group. </a:t>
            </a:r>
            <a:endParaRPr lang="de-DE" dirty="0"/>
          </a:p>
          <a:p>
            <a:r>
              <a:rPr lang="en-US" dirty="0"/>
              <a:t>Q &amp; A Meeting: </a:t>
            </a:r>
            <a:endParaRPr lang="de-DE" dirty="0"/>
          </a:p>
          <a:p>
            <a:pPr marL="521971" lvl="1" indent="0">
              <a:buNone/>
            </a:pPr>
            <a:r>
              <a:rPr lang="en-US" dirty="0"/>
              <a:t>Q &amp; A sessions is planned for February 16</a:t>
            </a:r>
            <a:r>
              <a:rPr lang="en-US" baseline="30000" dirty="0"/>
              <a:t>th</a:t>
            </a:r>
            <a:r>
              <a:rPr lang="en-US" dirty="0"/>
              <a:t> and February 23</a:t>
            </a:r>
            <a:r>
              <a:rPr lang="en-US" baseline="30000" dirty="0"/>
              <a:t>rd</a:t>
            </a:r>
            <a:r>
              <a:rPr lang="en-US" dirty="0"/>
              <a:t>   </a:t>
            </a:r>
            <a:endParaRPr lang="de-DE" dirty="0"/>
          </a:p>
          <a:p>
            <a:pPr marL="521971" lvl="1" indent="0">
              <a:buNone/>
            </a:pPr>
            <a:r>
              <a:rPr lang="en-US" dirty="0"/>
              <a:t>Please send an advanced notice to  </a:t>
            </a:r>
            <a:r>
              <a:rPr lang="en-US" u="sng" dirty="0">
                <a:hlinkClick r:id="rId2"/>
              </a:rPr>
              <a:t>Stimac.Daniel@dozent.dhbw-ravensburg.de</a:t>
            </a:r>
            <a:r>
              <a:rPr lang="en-US" dirty="0"/>
              <a:t> if you have questions. </a:t>
            </a:r>
            <a:endParaRPr lang="de-DE" dirty="0"/>
          </a:p>
          <a:p>
            <a:endParaRPr lang="de-DE" dirty="0"/>
          </a:p>
          <a:p>
            <a:r>
              <a:rPr lang="en-US" b="1" dirty="0"/>
              <a:t>Due date for Submission: 02.03.2025, 23:59</a:t>
            </a:r>
            <a:endParaRPr lang="de-DE" dirty="0"/>
          </a:p>
          <a:p>
            <a:endParaRPr lang="de-DE" dirty="0"/>
          </a:p>
        </p:txBody>
      </p:sp>
    </p:spTree>
    <p:extLst>
      <p:ext uri="{BB962C8B-B14F-4D97-AF65-F5344CB8AC3E}">
        <p14:creationId xmlns:p14="http://schemas.microsoft.com/office/powerpoint/2010/main" val="117832346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D9FB8E-5982-B254-ECAC-069F967BE5F9}"/>
              </a:ext>
            </a:extLst>
          </p:cNvPr>
          <p:cNvSpPr>
            <a:spLocks noGrp="1"/>
          </p:cNvSpPr>
          <p:nvPr>
            <p:ph type="title"/>
          </p:nvPr>
        </p:nvSpPr>
        <p:spPr/>
        <p:txBody>
          <a:bodyPr/>
          <a:lstStyle/>
          <a:p>
            <a:r>
              <a:rPr lang="en-US" noProof="0"/>
              <a:t>1. Program Design</a:t>
            </a:r>
          </a:p>
        </p:txBody>
      </p:sp>
      <p:sp>
        <p:nvSpPr>
          <p:cNvPr id="3" name="Datumsplatzhalter 2">
            <a:extLst>
              <a:ext uri="{FF2B5EF4-FFF2-40B4-BE49-F238E27FC236}">
                <a16:creationId xmlns:a16="http://schemas.microsoft.com/office/drawing/2014/main" id="{0786231F-605C-9A62-2067-EED7E6532C32}"/>
              </a:ext>
            </a:extLst>
          </p:cNvPr>
          <p:cNvSpPr>
            <a:spLocks noGrp="1"/>
          </p:cNvSpPr>
          <p:nvPr>
            <p:ph type="dt" sz="half" idx="10"/>
          </p:nvPr>
        </p:nvSpPr>
        <p:spPr/>
        <p:txBody>
          <a:bodyPr/>
          <a:lstStyle/>
          <a:p>
            <a:r>
              <a:rPr lang="en-US" noProof="0"/>
              <a:t>Prof. Dr.-Ing. F. Leitner-Fischer / Daniel Stimac</a:t>
            </a:r>
          </a:p>
        </p:txBody>
      </p:sp>
      <p:sp>
        <p:nvSpPr>
          <p:cNvPr id="4" name="Fußzeilenplatzhalter 3">
            <a:extLst>
              <a:ext uri="{FF2B5EF4-FFF2-40B4-BE49-F238E27FC236}">
                <a16:creationId xmlns:a16="http://schemas.microsoft.com/office/drawing/2014/main" id="{CB4BA338-1358-FDB1-C3B2-0FA138714BAC}"/>
              </a:ext>
            </a:extLst>
          </p:cNvPr>
          <p:cNvSpPr>
            <a:spLocks noGrp="1"/>
          </p:cNvSpPr>
          <p:nvPr>
            <p:ph type="ftr" sz="quarter" idx="11"/>
          </p:nvPr>
        </p:nvSpPr>
        <p:spPr/>
        <p:txBody>
          <a:bodyPr/>
          <a:lstStyle/>
          <a:p>
            <a:r>
              <a:rPr lang="en-US" noProof="0"/>
              <a:t>Software Engineering</a:t>
            </a:r>
          </a:p>
        </p:txBody>
      </p:sp>
      <p:sp>
        <p:nvSpPr>
          <p:cNvPr id="5" name="Foliennummernplatzhalter 4">
            <a:extLst>
              <a:ext uri="{FF2B5EF4-FFF2-40B4-BE49-F238E27FC236}">
                <a16:creationId xmlns:a16="http://schemas.microsoft.com/office/drawing/2014/main" id="{36097B24-D2E5-6149-1FB1-14CA471E1522}"/>
              </a:ext>
            </a:extLst>
          </p:cNvPr>
          <p:cNvSpPr>
            <a:spLocks noGrp="1"/>
          </p:cNvSpPr>
          <p:nvPr>
            <p:ph type="sldNum" sz="quarter" idx="12"/>
          </p:nvPr>
        </p:nvSpPr>
        <p:spPr/>
        <p:txBody>
          <a:bodyPr/>
          <a:lstStyle/>
          <a:p>
            <a:fld id="{F5A77263-DD59-416C-A906-BA1A9DD16C04}" type="slidenum">
              <a:rPr lang="en-US" noProof="0" smtClean="0"/>
              <a:pPr/>
              <a:t>4</a:t>
            </a:fld>
            <a:endParaRPr lang="en-US" noProof="0"/>
          </a:p>
        </p:txBody>
      </p:sp>
      <p:sp>
        <p:nvSpPr>
          <p:cNvPr id="6" name="Inhaltsplatzhalter 5">
            <a:extLst>
              <a:ext uri="{FF2B5EF4-FFF2-40B4-BE49-F238E27FC236}">
                <a16:creationId xmlns:a16="http://schemas.microsoft.com/office/drawing/2014/main" id="{7DF040A1-8E7D-5DE6-1A36-0917685D4193}"/>
              </a:ext>
            </a:extLst>
          </p:cNvPr>
          <p:cNvSpPr>
            <a:spLocks noGrp="1"/>
          </p:cNvSpPr>
          <p:nvPr>
            <p:ph sz="quarter" idx="13"/>
          </p:nvPr>
        </p:nvSpPr>
        <p:spPr/>
        <p:txBody>
          <a:bodyPr/>
          <a:lstStyle/>
          <a:p>
            <a:r>
              <a:rPr lang="en-US" noProof="0" dirty="0"/>
              <a:t>There will be a total of 100 points that can be achieved </a:t>
            </a:r>
          </a:p>
          <a:p>
            <a:pPr marL="0" indent="0">
              <a:buNone/>
            </a:pPr>
            <a:endParaRPr lang="en-US" noProof="0" dirty="0"/>
          </a:p>
          <a:p>
            <a:endParaRPr lang="en-US" noProof="0" dirty="0"/>
          </a:p>
        </p:txBody>
      </p:sp>
      <p:sp>
        <p:nvSpPr>
          <p:cNvPr id="7" name="Textplatzhalter 6">
            <a:extLst>
              <a:ext uri="{FF2B5EF4-FFF2-40B4-BE49-F238E27FC236}">
                <a16:creationId xmlns:a16="http://schemas.microsoft.com/office/drawing/2014/main" id="{9638775A-E72D-8E8D-F44D-DDF65E3D7735}"/>
              </a:ext>
            </a:extLst>
          </p:cNvPr>
          <p:cNvSpPr>
            <a:spLocks noGrp="1"/>
          </p:cNvSpPr>
          <p:nvPr>
            <p:ph type="body" sz="quarter" idx="15"/>
          </p:nvPr>
        </p:nvSpPr>
        <p:spPr/>
        <p:txBody>
          <a:bodyPr/>
          <a:lstStyle/>
          <a:p>
            <a:endParaRPr lang="en-US" noProof="0"/>
          </a:p>
        </p:txBody>
      </p:sp>
      <p:graphicFrame>
        <p:nvGraphicFramePr>
          <p:cNvPr id="8" name="Tabelle 8">
            <a:extLst>
              <a:ext uri="{FF2B5EF4-FFF2-40B4-BE49-F238E27FC236}">
                <a16:creationId xmlns:a16="http://schemas.microsoft.com/office/drawing/2014/main" id="{227872FB-2DE9-BC05-24AF-A9D0A26D3070}"/>
              </a:ext>
            </a:extLst>
          </p:cNvPr>
          <p:cNvGraphicFramePr>
            <a:graphicFrameLocks noGrp="1"/>
          </p:cNvGraphicFramePr>
          <p:nvPr>
            <p:extLst>
              <p:ext uri="{D42A27DB-BD31-4B8C-83A1-F6EECF244321}">
                <p14:modId xmlns:p14="http://schemas.microsoft.com/office/powerpoint/2010/main" val="3277236794"/>
              </p:ext>
            </p:extLst>
          </p:nvPr>
        </p:nvGraphicFramePr>
        <p:xfrm>
          <a:off x="913011" y="1904563"/>
          <a:ext cx="10526548" cy="1143000"/>
        </p:xfrm>
        <a:graphic>
          <a:graphicData uri="http://schemas.openxmlformats.org/drawingml/2006/table">
            <a:tbl>
              <a:tblPr firstRow="1" bandRow="1">
                <a:tableStyleId>{5C22544A-7EE6-4342-B048-85BDC9FD1C3A}</a:tableStyleId>
              </a:tblPr>
              <a:tblGrid>
                <a:gridCol w="7416824">
                  <a:extLst>
                    <a:ext uri="{9D8B030D-6E8A-4147-A177-3AD203B41FA5}">
                      <a16:colId xmlns:a16="http://schemas.microsoft.com/office/drawing/2014/main" val="3334931319"/>
                    </a:ext>
                  </a:extLst>
                </a:gridCol>
                <a:gridCol w="3109724">
                  <a:extLst>
                    <a:ext uri="{9D8B030D-6E8A-4147-A177-3AD203B41FA5}">
                      <a16:colId xmlns:a16="http://schemas.microsoft.com/office/drawing/2014/main" val="2748135812"/>
                    </a:ext>
                  </a:extLst>
                </a:gridCol>
              </a:tblGrid>
              <a:tr h="370840">
                <a:tc>
                  <a:txBody>
                    <a:bodyPr/>
                    <a:lstStyle/>
                    <a:p>
                      <a:r>
                        <a:rPr lang="en-US" noProof="0"/>
                        <a:t>Checkpoint</a:t>
                      </a:r>
                    </a:p>
                  </a:txBody>
                  <a:tcPr/>
                </a:tc>
                <a:tc>
                  <a:txBody>
                    <a:bodyPr/>
                    <a:lstStyle/>
                    <a:p>
                      <a:r>
                        <a:rPr lang="en-US" noProof="0"/>
                        <a:t>Max. Points achievable</a:t>
                      </a:r>
                    </a:p>
                  </a:txBody>
                  <a:tcPr/>
                </a:tc>
                <a:extLst>
                  <a:ext uri="{0D108BD9-81ED-4DB2-BD59-A6C34878D82A}">
                    <a16:rowId xmlns:a16="http://schemas.microsoft.com/office/drawing/2014/main" val="253383596"/>
                  </a:ext>
                </a:extLst>
              </a:tr>
              <a:tr h="370840">
                <a:tc>
                  <a:txBody>
                    <a:bodyPr/>
                    <a:lstStyle/>
                    <a:p>
                      <a:r>
                        <a:rPr lang="en-US" noProof="0" dirty="0"/>
                        <a:t>Document the Architecture</a:t>
                      </a:r>
                    </a:p>
                  </a:txBody>
                  <a:tcPr/>
                </a:tc>
                <a:tc>
                  <a:txBody>
                    <a:bodyPr/>
                    <a:lstStyle/>
                    <a:p>
                      <a:r>
                        <a:rPr lang="en-US" noProof="0" dirty="0"/>
                        <a:t>75</a:t>
                      </a:r>
                    </a:p>
                  </a:txBody>
                  <a:tcPr/>
                </a:tc>
                <a:extLst>
                  <a:ext uri="{0D108BD9-81ED-4DB2-BD59-A6C34878D82A}">
                    <a16:rowId xmlns:a16="http://schemas.microsoft.com/office/drawing/2014/main" val="3727699248"/>
                  </a:ext>
                </a:extLst>
              </a:tr>
              <a:tr h="370840">
                <a:tc>
                  <a:txBody>
                    <a:bodyPr/>
                    <a:lstStyle/>
                    <a:p>
                      <a:r>
                        <a:rPr lang="en-US" noProof="0" dirty="0"/>
                        <a:t>Detailed Design </a:t>
                      </a:r>
                    </a:p>
                  </a:txBody>
                  <a:tcPr/>
                </a:tc>
                <a:tc>
                  <a:txBody>
                    <a:bodyPr/>
                    <a:lstStyle/>
                    <a:p>
                      <a:r>
                        <a:rPr lang="en-US" noProof="0" dirty="0"/>
                        <a:t>25</a:t>
                      </a:r>
                    </a:p>
                  </a:txBody>
                  <a:tcPr/>
                </a:tc>
                <a:extLst>
                  <a:ext uri="{0D108BD9-81ED-4DB2-BD59-A6C34878D82A}">
                    <a16:rowId xmlns:a16="http://schemas.microsoft.com/office/drawing/2014/main" val="4262378424"/>
                  </a:ext>
                </a:extLst>
              </a:tr>
            </a:tbl>
          </a:graphicData>
        </a:graphic>
      </p:graphicFrame>
    </p:spTree>
    <p:extLst>
      <p:ext uri="{BB962C8B-B14F-4D97-AF65-F5344CB8AC3E}">
        <p14:creationId xmlns:p14="http://schemas.microsoft.com/office/powerpoint/2010/main" val="284631671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CA3C8C4-3910-9FAE-BD2D-8608AA97F19B}"/>
              </a:ext>
            </a:extLst>
          </p:cNvPr>
          <p:cNvSpPr>
            <a:spLocks noGrp="1"/>
          </p:cNvSpPr>
          <p:nvPr>
            <p:ph type="title"/>
          </p:nvPr>
        </p:nvSpPr>
        <p:spPr/>
        <p:txBody>
          <a:bodyPr/>
          <a:lstStyle/>
          <a:p>
            <a:r>
              <a:rPr lang="de-DE" dirty="0"/>
              <a:t>Architecture </a:t>
            </a:r>
            <a:r>
              <a:rPr lang="de-DE" err="1"/>
              <a:t>Documentation</a:t>
            </a:r>
            <a:r>
              <a:rPr lang="de-DE"/>
              <a:t> [75 Points]</a:t>
            </a:r>
            <a:endParaRPr lang="de-DE" dirty="0"/>
          </a:p>
        </p:txBody>
      </p:sp>
      <p:sp>
        <p:nvSpPr>
          <p:cNvPr id="3" name="Datumsplatzhalter 2">
            <a:extLst>
              <a:ext uri="{FF2B5EF4-FFF2-40B4-BE49-F238E27FC236}">
                <a16:creationId xmlns:a16="http://schemas.microsoft.com/office/drawing/2014/main" id="{77D76DD6-DFF3-8C05-0E2F-3285CE8085F5}"/>
              </a:ext>
            </a:extLst>
          </p:cNvPr>
          <p:cNvSpPr>
            <a:spLocks noGrp="1"/>
          </p:cNvSpPr>
          <p:nvPr>
            <p:ph type="dt" sz="half" idx="10"/>
          </p:nvPr>
        </p:nvSpPr>
        <p:spPr/>
        <p:txBody>
          <a:bodyPr/>
          <a:lstStyle/>
          <a:p>
            <a:r>
              <a:rPr lang="de-DE"/>
              <a:t>Prof. Dr.-Ing. F. Leitner-Fischer / Daniel Stimac</a:t>
            </a:r>
          </a:p>
        </p:txBody>
      </p:sp>
      <p:sp>
        <p:nvSpPr>
          <p:cNvPr id="4" name="Fußzeilenplatzhalter 3">
            <a:extLst>
              <a:ext uri="{FF2B5EF4-FFF2-40B4-BE49-F238E27FC236}">
                <a16:creationId xmlns:a16="http://schemas.microsoft.com/office/drawing/2014/main" id="{D034DC88-A5AE-E961-A6AB-6A7379630CA9}"/>
              </a:ext>
            </a:extLst>
          </p:cNvPr>
          <p:cNvSpPr>
            <a:spLocks noGrp="1"/>
          </p:cNvSpPr>
          <p:nvPr>
            <p:ph type="ftr" sz="quarter" idx="11"/>
          </p:nvPr>
        </p:nvSpPr>
        <p:spPr/>
        <p:txBody>
          <a:bodyPr/>
          <a:lstStyle/>
          <a:p>
            <a:r>
              <a:rPr lang="de-DE"/>
              <a:t>Software Engineering</a:t>
            </a:r>
          </a:p>
        </p:txBody>
      </p:sp>
      <p:sp>
        <p:nvSpPr>
          <p:cNvPr id="5" name="Foliennummernplatzhalter 4">
            <a:extLst>
              <a:ext uri="{FF2B5EF4-FFF2-40B4-BE49-F238E27FC236}">
                <a16:creationId xmlns:a16="http://schemas.microsoft.com/office/drawing/2014/main" id="{82EFCC10-4B6C-D132-6A25-10EC77D95F46}"/>
              </a:ext>
            </a:extLst>
          </p:cNvPr>
          <p:cNvSpPr>
            <a:spLocks noGrp="1"/>
          </p:cNvSpPr>
          <p:nvPr>
            <p:ph type="sldNum" sz="quarter" idx="12"/>
          </p:nvPr>
        </p:nvSpPr>
        <p:spPr/>
        <p:txBody>
          <a:bodyPr/>
          <a:lstStyle/>
          <a:p>
            <a:fld id="{F5A77263-DD59-416C-A906-BA1A9DD16C04}" type="slidenum">
              <a:rPr lang="de-DE" smtClean="0"/>
              <a:pPr/>
              <a:t>5</a:t>
            </a:fld>
            <a:endParaRPr lang="de-DE"/>
          </a:p>
        </p:txBody>
      </p:sp>
      <p:graphicFrame>
        <p:nvGraphicFramePr>
          <p:cNvPr id="8" name="Inhaltsplatzhalter 7">
            <a:extLst>
              <a:ext uri="{FF2B5EF4-FFF2-40B4-BE49-F238E27FC236}">
                <a16:creationId xmlns:a16="http://schemas.microsoft.com/office/drawing/2014/main" id="{F91A9680-513F-1E62-63AA-0C4CE1131B48}"/>
              </a:ext>
            </a:extLst>
          </p:cNvPr>
          <p:cNvGraphicFramePr>
            <a:graphicFrameLocks noGrp="1"/>
          </p:cNvGraphicFramePr>
          <p:nvPr>
            <p:ph sz="quarter" idx="13"/>
            <p:extLst>
              <p:ext uri="{D42A27DB-BD31-4B8C-83A1-F6EECF244321}">
                <p14:modId xmlns:p14="http://schemas.microsoft.com/office/powerpoint/2010/main" val="1454970365"/>
              </p:ext>
            </p:extLst>
          </p:nvPr>
        </p:nvGraphicFramePr>
        <p:xfrm>
          <a:off x="752663" y="1239549"/>
          <a:ext cx="10686896" cy="5166005"/>
        </p:xfrm>
        <a:graphic>
          <a:graphicData uri="http://schemas.openxmlformats.org/drawingml/2006/table">
            <a:tbl>
              <a:tblPr firstRow="1" firstCol="1" bandRow="1">
                <a:tableStyleId>{5C22544A-7EE6-4342-B048-85BDC9FD1C3A}</a:tableStyleId>
              </a:tblPr>
              <a:tblGrid>
                <a:gridCol w="2081084">
                  <a:extLst>
                    <a:ext uri="{9D8B030D-6E8A-4147-A177-3AD203B41FA5}">
                      <a16:colId xmlns:a16="http://schemas.microsoft.com/office/drawing/2014/main" val="1630095421"/>
                    </a:ext>
                  </a:extLst>
                </a:gridCol>
                <a:gridCol w="7609297">
                  <a:extLst>
                    <a:ext uri="{9D8B030D-6E8A-4147-A177-3AD203B41FA5}">
                      <a16:colId xmlns:a16="http://schemas.microsoft.com/office/drawing/2014/main" val="1798298929"/>
                    </a:ext>
                  </a:extLst>
                </a:gridCol>
                <a:gridCol w="996515">
                  <a:extLst>
                    <a:ext uri="{9D8B030D-6E8A-4147-A177-3AD203B41FA5}">
                      <a16:colId xmlns:a16="http://schemas.microsoft.com/office/drawing/2014/main" val="2897431803"/>
                    </a:ext>
                  </a:extLst>
                </a:gridCol>
              </a:tblGrid>
              <a:tr h="372642">
                <a:tc>
                  <a:txBody>
                    <a:bodyPr/>
                    <a:lstStyle/>
                    <a:p>
                      <a:pPr>
                        <a:lnSpc>
                          <a:spcPct val="107000"/>
                        </a:lnSpc>
                        <a:spcAft>
                          <a:spcPts val="800"/>
                        </a:spcAft>
                        <a:buNone/>
                      </a:pPr>
                      <a:r>
                        <a:rPr lang="en-US" sz="1200">
                          <a:effectLst/>
                        </a:rPr>
                        <a:t>Sub-Section</a:t>
                      </a:r>
                      <a:endParaRPr lang="de-DE" sz="120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0" marB="0"/>
                </a:tc>
                <a:tc>
                  <a:txBody>
                    <a:bodyPr/>
                    <a:lstStyle/>
                    <a:p>
                      <a:pPr>
                        <a:lnSpc>
                          <a:spcPct val="107000"/>
                        </a:lnSpc>
                        <a:spcAft>
                          <a:spcPts val="800"/>
                        </a:spcAft>
                        <a:buNone/>
                      </a:pPr>
                      <a:r>
                        <a:rPr lang="en-US" sz="1200" dirty="0">
                          <a:effectLst/>
                        </a:rPr>
                        <a:t>Expected Diagrams</a:t>
                      </a:r>
                      <a:endParaRPr lang="de-D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0" marB="0"/>
                </a:tc>
                <a:tc>
                  <a:txBody>
                    <a:bodyPr/>
                    <a:lstStyle/>
                    <a:p>
                      <a:pPr>
                        <a:lnSpc>
                          <a:spcPct val="107000"/>
                        </a:lnSpc>
                        <a:spcAft>
                          <a:spcPts val="800"/>
                        </a:spcAft>
                        <a:buNone/>
                      </a:pPr>
                      <a:r>
                        <a:rPr lang="en-US" sz="1200" dirty="0">
                          <a:effectLst/>
                        </a:rPr>
                        <a:t>Points</a:t>
                      </a:r>
                      <a:endParaRPr lang="de-D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0" marB="0"/>
                </a:tc>
                <a:extLst>
                  <a:ext uri="{0D108BD9-81ED-4DB2-BD59-A6C34878D82A}">
                    <a16:rowId xmlns:a16="http://schemas.microsoft.com/office/drawing/2014/main" val="2278228820"/>
                  </a:ext>
                </a:extLst>
              </a:tr>
              <a:tr h="420602">
                <a:tc>
                  <a:txBody>
                    <a:bodyPr/>
                    <a:lstStyle/>
                    <a:p>
                      <a:pPr>
                        <a:lnSpc>
                          <a:spcPct val="107000"/>
                        </a:lnSpc>
                        <a:spcAft>
                          <a:spcPts val="800"/>
                        </a:spcAft>
                        <a:buNone/>
                      </a:pPr>
                      <a:r>
                        <a:rPr lang="en-US" sz="1200">
                          <a:effectLst/>
                        </a:rPr>
                        <a:t>Overview</a:t>
                      </a:r>
                      <a:endParaRPr lang="de-DE" sz="120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0" marB="0"/>
                </a:tc>
                <a:tc>
                  <a:txBody>
                    <a:bodyPr/>
                    <a:lstStyle/>
                    <a:p>
                      <a:pPr>
                        <a:lnSpc>
                          <a:spcPct val="107000"/>
                        </a:lnSpc>
                        <a:spcAft>
                          <a:spcPts val="800"/>
                        </a:spcAft>
                        <a:buNone/>
                      </a:pPr>
                      <a:r>
                        <a:rPr lang="en-US" sz="1400" dirty="0">
                          <a:effectLst/>
                        </a:rPr>
                        <a:t>Context Diagram (Component or Package Diagram) modeling the overall truck system with system boundaries (e.g. connection to HW / PC application)</a:t>
                      </a:r>
                      <a:endParaRPr lang="de-D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0" marB="0"/>
                </a:tc>
                <a:tc>
                  <a:txBody>
                    <a:bodyPr/>
                    <a:lstStyle/>
                    <a:p>
                      <a:pPr algn="r">
                        <a:lnSpc>
                          <a:spcPct val="107000"/>
                        </a:lnSpc>
                        <a:spcAft>
                          <a:spcPts val="800"/>
                        </a:spcAft>
                        <a:buNone/>
                      </a:pPr>
                      <a:r>
                        <a:rPr lang="en-US" sz="1400">
                          <a:effectLst/>
                        </a:rPr>
                        <a:t>10</a:t>
                      </a:r>
                      <a:endParaRPr lang="de-DE" sz="140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0" marB="0"/>
                </a:tc>
                <a:extLst>
                  <a:ext uri="{0D108BD9-81ED-4DB2-BD59-A6C34878D82A}">
                    <a16:rowId xmlns:a16="http://schemas.microsoft.com/office/drawing/2014/main" val="2389173979"/>
                  </a:ext>
                </a:extLst>
              </a:tr>
              <a:tr h="1349908">
                <a:tc>
                  <a:txBody>
                    <a:bodyPr/>
                    <a:lstStyle/>
                    <a:p>
                      <a:pPr>
                        <a:lnSpc>
                          <a:spcPct val="107000"/>
                        </a:lnSpc>
                        <a:spcAft>
                          <a:spcPts val="800"/>
                        </a:spcAft>
                        <a:buNone/>
                      </a:pPr>
                      <a:r>
                        <a:rPr lang="en-US" sz="1200">
                          <a:effectLst/>
                        </a:rPr>
                        <a:t>Subsystem decomposition: </a:t>
                      </a:r>
                      <a:br>
                        <a:rPr lang="en-US" sz="1200">
                          <a:effectLst/>
                        </a:rPr>
                      </a:br>
                      <a:r>
                        <a:rPr lang="en-US" sz="1200">
                          <a:effectLst/>
                        </a:rPr>
                        <a:t>subsystem decomposition </a:t>
                      </a:r>
                      <a:br>
                        <a:rPr lang="en-US" sz="1200">
                          <a:effectLst/>
                        </a:rPr>
                      </a:br>
                      <a:r>
                        <a:rPr lang="en-US" sz="1200">
                          <a:effectLst/>
                        </a:rPr>
                        <a:t>responsibilities of individual subsystems </a:t>
                      </a:r>
                      <a:endParaRPr lang="de-DE" sz="120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0" marB="0"/>
                </a:tc>
                <a:tc>
                  <a:txBody>
                    <a:bodyPr/>
                    <a:lstStyle/>
                    <a:p>
                      <a:pPr>
                        <a:lnSpc>
                          <a:spcPct val="107000"/>
                        </a:lnSpc>
                        <a:spcAft>
                          <a:spcPts val="800"/>
                        </a:spcAft>
                        <a:buNone/>
                      </a:pPr>
                      <a:r>
                        <a:rPr lang="en-US" sz="1400" dirty="0">
                          <a:effectLst/>
                        </a:rPr>
                        <a:t>Decompose the software architecture with a Package or Component Diagram into sub-system. </a:t>
                      </a:r>
                      <a:endParaRPr lang="de-DE" sz="1400" dirty="0">
                        <a:effectLst/>
                      </a:endParaRPr>
                    </a:p>
                    <a:p>
                      <a:pPr>
                        <a:lnSpc>
                          <a:spcPct val="107000"/>
                        </a:lnSpc>
                        <a:spcAft>
                          <a:spcPts val="800"/>
                        </a:spcAft>
                        <a:buNone/>
                      </a:pPr>
                      <a:r>
                        <a:rPr lang="en-US" sz="1400" dirty="0">
                          <a:effectLst/>
                        </a:rPr>
                        <a:t>Decompose each sub-system into a class-diagram. </a:t>
                      </a:r>
                      <a:endParaRPr lang="de-DE" sz="1400" dirty="0">
                        <a:effectLst/>
                      </a:endParaRPr>
                    </a:p>
                    <a:p>
                      <a:pPr>
                        <a:lnSpc>
                          <a:spcPct val="107000"/>
                        </a:lnSpc>
                        <a:spcAft>
                          <a:spcPts val="800"/>
                        </a:spcAft>
                        <a:buNone/>
                      </a:pPr>
                      <a:r>
                        <a:rPr lang="en-US" sz="1400" dirty="0">
                          <a:effectLst/>
                        </a:rPr>
                        <a:t>The class diagram shall contain attributes and public operations for the classes. </a:t>
                      </a:r>
                      <a:endParaRPr lang="de-DE" sz="1400" dirty="0">
                        <a:effectLst/>
                      </a:endParaRPr>
                    </a:p>
                    <a:p>
                      <a:pPr>
                        <a:lnSpc>
                          <a:spcPct val="107000"/>
                        </a:lnSpc>
                        <a:spcAft>
                          <a:spcPts val="800"/>
                        </a:spcAft>
                        <a:buNone/>
                      </a:pPr>
                      <a:r>
                        <a:rPr lang="en-US" sz="1400" dirty="0">
                          <a:effectLst/>
                        </a:rPr>
                        <a:t>Include here the discussion on potential architecture alternatives and the rational why your team has agreed on this specific architecture.</a:t>
                      </a:r>
                      <a:endParaRPr lang="de-D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0" marB="0"/>
                </a:tc>
                <a:tc>
                  <a:txBody>
                    <a:bodyPr/>
                    <a:lstStyle/>
                    <a:p>
                      <a:pPr algn="r">
                        <a:lnSpc>
                          <a:spcPct val="107000"/>
                        </a:lnSpc>
                        <a:spcAft>
                          <a:spcPts val="800"/>
                        </a:spcAft>
                        <a:buNone/>
                      </a:pPr>
                      <a:r>
                        <a:rPr lang="en-US" sz="1400" dirty="0">
                          <a:effectLst/>
                        </a:rPr>
                        <a:t>25</a:t>
                      </a:r>
                      <a:endParaRPr lang="de-D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0" marB="0"/>
                </a:tc>
                <a:extLst>
                  <a:ext uri="{0D108BD9-81ED-4DB2-BD59-A6C34878D82A}">
                    <a16:rowId xmlns:a16="http://schemas.microsoft.com/office/drawing/2014/main" val="657335154"/>
                  </a:ext>
                </a:extLst>
              </a:tr>
              <a:tr h="1007024">
                <a:tc>
                  <a:txBody>
                    <a:bodyPr/>
                    <a:lstStyle/>
                    <a:p>
                      <a:pPr>
                        <a:lnSpc>
                          <a:spcPct val="107000"/>
                        </a:lnSpc>
                        <a:spcAft>
                          <a:spcPts val="800"/>
                        </a:spcAft>
                        <a:buNone/>
                      </a:pPr>
                      <a:r>
                        <a:rPr lang="en-US" sz="1200">
                          <a:effectLst/>
                        </a:rPr>
                        <a:t>Hardware/software mapping:</a:t>
                      </a:r>
                      <a:br>
                        <a:rPr lang="en-US" sz="1200">
                          <a:effectLst/>
                        </a:rPr>
                      </a:br>
                      <a:r>
                        <a:rPr lang="en-US" sz="1200">
                          <a:effectLst/>
                        </a:rPr>
                        <a:t>how subsystems are assigned to hardware</a:t>
                      </a:r>
                      <a:endParaRPr lang="de-DE" sz="1200">
                        <a:effectLst/>
                      </a:endParaRPr>
                    </a:p>
                    <a:p>
                      <a:pPr>
                        <a:lnSpc>
                          <a:spcPct val="107000"/>
                        </a:lnSpc>
                        <a:spcAft>
                          <a:spcPts val="800"/>
                        </a:spcAft>
                        <a:buNone/>
                      </a:pPr>
                      <a:r>
                        <a:rPr lang="en-US" sz="1200">
                          <a:effectLst/>
                        </a:rPr>
                        <a:t> </a:t>
                      </a:r>
                      <a:endParaRPr lang="de-DE" sz="120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0" marB="0"/>
                </a:tc>
                <a:tc>
                  <a:txBody>
                    <a:bodyPr/>
                    <a:lstStyle/>
                    <a:p>
                      <a:pPr>
                        <a:lnSpc>
                          <a:spcPct val="107000"/>
                        </a:lnSpc>
                        <a:spcAft>
                          <a:spcPts val="800"/>
                        </a:spcAft>
                        <a:buNone/>
                      </a:pPr>
                      <a:r>
                        <a:rPr lang="en-US" sz="1400" dirty="0">
                          <a:effectLst/>
                        </a:rPr>
                        <a:t>Provide a deployment diagram how the software sub-systems are mapped to hardware.</a:t>
                      </a:r>
                      <a:endParaRPr lang="de-D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0" marB="0"/>
                </a:tc>
                <a:tc>
                  <a:txBody>
                    <a:bodyPr/>
                    <a:lstStyle/>
                    <a:p>
                      <a:pPr algn="r">
                        <a:lnSpc>
                          <a:spcPct val="107000"/>
                        </a:lnSpc>
                        <a:spcAft>
                          <a:spcPts val="800"/>
                        </a:spcAft>
                        <a:buNone/>
                      </a:pPr>
                      <a:r>
                        <a:rPr lang="en-US" sz="1400">
                          <a:effectLst/>
                        </a:rPr>
                        <a:t>5</a:t>
                      </a:r>
                      <a:endParaRPr lang="de-DE" sz="140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0" marB="0"/>
                </a:tc>
                <a:extLst>
                  <a:ext uri="{0D108BD9-81ED-4DB2-BD59-A6C34878D82A}">
                    <a16:rowId xmlns:a16="http://schemas.microsoft.com/office/drawing/2014/main" val="2354765453"/>
                  </a:ext>
                </a:extLst>
              </a:tr>
              <a:tr h="911430">
                <a:tc>
                  <a:txBody>
                    <a:bodyPr/>
                    <a:lstStyle/>
                    <a:p>
                      <a:pPr>
                        <a:lnSpc>
                          <a:spcPct val="107000"/>
                        </a:lnSpc>
                        <a:spcAft>
                          <a:spcPts val="800"/>
                        </a:spcAft>
                        <a:buNone/>
                      </a:pPr>
                      <a:r>
                        <a:rPr lang="en-US" sz="1200" dirty="0">
                          <a:effectLst/>
                        </a:rPr>
                        <a:t>Global software control:</a:t>
                      </a:r>
                      <a:br>
                        <a:rPr lang="en-US" sz="1200" dirty="0">
                          <a:effectLst/>
                        </a:rPr>
                      </a:br>
                      <a:r>
                        <a:rPr lang="en-US" sz="1200" dirty="0">
                          <a:effectLst/>
                        </a:rPr>
                        <a:t>initiation of requests</a:t>
                      </a:r>
                      <a:br>
                        <a:rPr lang="en-US" sz="1200" dirty="0">
                          <a:effectLst/>
                        </a:rPr>
                      </a:br>
                      <a:r>
                        <a:rPr lang="en-US" sz="1200" dirty="0">
                          <a:effectLst/>
                        </a:rPr>
                        <a:t>subsystem synchronization</a:t>
                      </a:r>
                      <a:br>
                        <a:rPr lang="en-US" sz="1200" dirty="0">
                          <a:effectLst/>
                        </a:rPr>
                      </a:br>
                      <a:r>
                        <a:rPr lang="en-US" sz="1200" dirty="0">
                          <a:effectLst/>
                        </a:rPr>
                        <a:t>concurrency</a:t>
                      </a:r>
                      <a:endParaRPr lang="de-D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0" marB="0"/>
                </a:tc>
                <a:tc>
                  <a:txBody>
                    <a:bodyPr/>
                    <a:lstStyle/>
                    <a:p>
                      <a:pPr>
                        <a:lnSpc>
                          <a:spcPct val="107000"/>
                        </a:lnSpc>
                        <a:spcAft>
                          <a:spcPts val="800"/>
                        </a:spcAft>
                        <a:buNone/>
                      </a:pPr>
                      <a:r>
                        <a:rPr lang="en-US" sz="1400" dirty="0">
                          <a:effectLst/>
                        </a:rPr>
                        <a:t>Create at least one  sequence diagrams that model the interaction of the “Emergency Stop” with your subsystem, the sequence diagrams shall re-use the classes and interfaces you have created. </a:t>
                      </a:r>
                      <a:endParaRPr lang="de-D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0" marB="0"/>
                </a:tc>
                <a:tc>
                  <a:txBody>
                    <a:bodyPr/>
                    <a:lstStyle/>
                    <a:p>
                      <a:pPr algn="r">
                        <a:lnSpc>
                          <a:spcPct val="107000"/>
                        </a:lnSpc>
                        <a:spcAft>
                          <a:spcPts val="800"/>
                        </a:spcAft>
                        <a:buNone/>
                      </a:pPr>
                      <a:r>
                        <a:rPr lang="en-US" sz="1400">
                          <a:effectLst/>
                        </a:rPr>
                        <a:t>20</a:t>
                      </a:r>
                      <a:endParaRPr lang="de-DE" sz="140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0" marB="0"/>
                </a:tc>
                <a:extLst>
                  <a:ext uri="{0D108BD9-81ED-4DB2-BD59-A6C34878D82A}">
                    <a16:rowId xmlns:a16="http://schemas.microsoft.com/office/drawing/2014/main" val="799858478"/>
                  </a:ext>
                </a:extLst>
              </a:tr>
              <a:tr h="822886">
                <a:tc>
                  <a:txBody>
                    <a:bodyPr/>
                    <a:lstStyle/>
                    <a:p>
                      <a:pPr>
                        <a:lnSpc>
                          <a:spcPct val="107000"/>
                        </a:lnSpc>
                        <a:spcAft>
                          <a:spcPts val="800"/>
                        </a:spcAft>
                        <a:buNone/>
                      </a:pPr>
                      <a:r>
                        <a:rPr lang="en-US" sz="1200" dirty="0">
                          <a:effectLst/>
                        </a:rPr>
                        <a:t>Boundary conditions:</a:t>
                      </a:r>
                      <a:br>
                        <a:rPr lang="en-US" sz="1200" dirty="0">
                          <a:effectLst/>
                        </a:rPr>
                      </a:br>
                      <a:r>
                        <a:rPr lang="en-US" sz="1200" dirty="0">
                          <a:effectLst/>
                        </a:rPr>
                        <a:t>start-up, shutdown, and error behavior</a:t>
                      </a:r>
                      <a:endParaRPr lang="de-DE" sz="1200" dirty="0">
                        <a:effectLst/>
                      </a:endParaRPr>
                    </a:p>
                    <a:p>
                      <a:pPr>
                        <a:lnSpc>
                          <a:spcPct val="107000"/>
                        </a:lnSpc>
                        <a:spcAft>
                          <a:spcPts val="800"/>
                        </a:spcAft>
                        <a:buNone/>
                      </a:pPr>
                      <a:r>
                        <a:rPr lang="en-US" sz="1200" dirty="0">
                          <a:effectLst/>
                        </a:rPr>
                        <a:t> </a:t>
                      </a:r>
                      <a:endParaRPr lang="de-D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0" marB="0"/>
                </a:tc>
                <a:tc>
                  <a:txBody>
                    <a:bodyPr/>
                    <a:lstStyle/>
                    <a:p>
                      <a:pPr>
                        <a:lnSpc>
                          <a:spcPct val="107000"/>
                        </a:lnSpc>
                        <a:spcAft>
                          <a:spcPts val="800"/>
                        </a:spcAft>
                        <a:buNone/>
                      </a:pPr>
                      <a:r>
                        <a:rPr lang="en-US" sz="1400" dirty="0">
                          <a:effectLst/>
                        </a:rPr>
                        <a:t>Create at least one sequence diagram that models: start-up, shutdown and one error scenario. </a:t>
                      </a:r>
                      <a:endParaRPr lang="de-D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0" marB="0"/>
                </a:tc>
                <a:tc>
                  <a:txBody>
                    <a:bodyPr/>
                    <a:lstStyle/>
                    <a:p>
                      <a:pPr algn="r">
                        <a:lnSpc>
                          <a:spcPct val="107000"/>
                        </a:lnSpc>
                        <a:spcAft>
                          <a:spcPts val="800"/>
                        </a:spcAft>
                        <a:buNone/>
                      </a:pPr>
                      <a:r>
                        <a:rPr lang="en-US" sz="1400" dirty="0">
                          <a:effectLst/>
                        </a:rPr>
                        <a:t>15</a:t>
                      </a:r>
                      <a:endParaRPr lang="de-D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0" marB="0"/>
                </a:tc>
                <a:extLst>
                  <a:ext uri="{0D108BD9-81ED-4DB2-BD59-A6C34878D82A}">
                    <a16:rowId xmlns:a16="http://schemas.microsoft.com/office/drawing/2014/main" val="1626885828"/>
                  </a:ext>
                </a:extLst>
              </a:tr>
            </a:tbl>
          </a:graphicData>
        </a:graphic>
      </p:graphicFrame>
    </p:spTree>
    <p:extLst>
      <p:ext uri="{BB962C8B-B14F-4D97-AF65-F5344CB8AC3E}">
        <p14:creationId xmlns:p14="http://schemas.microsoft.com/office/powerpoint/2010/main" val="261923312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80B3DB-CF61-6B03-F4EA-168EAEC74F71}"/>
              </a:ext>
            </a:extLst>
          </p:cNvPr>
          <p:cNvSpPr>
            <a:spLocks noGrp="1"/>
          </p:cNvSpPr>
          <p:nvPr>
            <p:ph type="title"/>
          </p:nvPr>
        </p:nvSpPr>
        <p:spPr/>
        <p:txBody>
          <a:bodyPr/>
          <a:lstStyle/>
          <a:p>
            <a:r>
              <a:rPr lang="de-DE" dirty="0" err="1"/>
              <a:t>Detailed</a:t>
            </a:r>
            <a:r>
              <a:rPr lang="de-DE" dirty="0"/>
              <a:t> Design</a:t>
            </a:r>
          </a:p>
        </p:txBody>
      </p:sp>
      <p:sp>
        <p:nvSpPr>
          <p:cNvPr id="3" name="Datumsplatzhalter 2">
            <a:extLst>
              <a:ext uri="{FF2B5EF4-FFF2-40B4-BE49-F238E27FC236}">
                <a16:creationId xmlns:a16="http://schemas.microsoft.com/office/drawing/2014/main" id="{7A7CC7BF-34BF-AA63-64CF-84D560670B69}"/>
              </a:ext>
            </a:extLst>
          </p:cNvPr>
          <p:cNvSpPr>
            <a:spLocks noGrp="1"/>
          </p:cNvSpPr>
          <p:nvPr>
            <p:ph type="dt" sz="half" idx="10"/>
          </p:nvPr>
        </p:nvSpPr>
        <p:spPr/>
        <p:txBody>
          <a:bodyPr/>
          <a:lstStyle/>
          <a:p>
            <a:r>
              <a:rPr lang="de-DE"/>
              <a:t>Prof. Dr.-Ing. F. Leitner-Fischer / Daniel Stimac</a:t>
            </a:r>
          </a:p>
        </p:txBody>
      </p:sp>
      <p:sp>
        <p:nvSpPr>
          <p:cNvPr id="4" name="Fußzeilenplatzhalter 3">
            <a:extLst>
              <a:ext uri="{FF2B5EF4-FFF2-40B4-BE49-F238E27FC236}">
                <a16:creationId xmlns:a16="http://schemas.microsoft.com/office/drawing/2014/main" id="{3CCB88CB-A074-973D-F0C5-9AABB61F1338}"/>
              </a:ext>
            </a:extLst>
          </p:cNvPr>
          <p:cNvSpPr>
            <a:spLocks noGrp="1"/>
          </p:cNvSpPr>
          <p:nvPr>
            <p:ph type="ftr" sz="quarter" idx="11"/>
          </p:nvPr>
        </p:nvSpPr>
        <p:spPr/>
        <p:txBody>
          <a:bodyPr/>
          <a:lstStyle/>
          <a:p>
            <a:r>
              <a:rPr lang="de-DE"/>
              <a:t>Software Engineering</a:t>
            </a:r>
          </a:p>
        </p:txBody>
      </p:sp>
      <p:sp>
        <p:nvSpPr>
          <p:cNvPr id="5" name="Foliennummernplatzhalter 4">
            <a:extLst>
              <a:ext uri="{FF2B5EF4-FFF2-40B4-BE49-F238E27FC236}">
                <a16:creationId xmlns:a16="http://schemas.microsoft.com/office/drawing/2014/main" id="{76CEF503-B81B-5554-6564-299224EEDF45}"/>
              </a:ext>
            </a:extLst>
          </p:cNvPr>
          <p:cNvSpPr>
            <a:spLocks noGrp="1"/>
          </p:cNvSpPr>
          <p:nvPr>
            <p:ph type="sldNum" sz="quarter" idx="12"/>
          </p:nvPr>
        </p:nvSpPr>
        <p:spPr/>
        <p:txBody>
          <a:bodyPr/>
          <a:lstStyle/>
          <a:p>
            <a:fld id="{F5A77263-DD59-416C-A906-BA1A9DD16C04}" type="slidenum">
              <a:rPr lang="de-DE" smtClean="0"/>
              <a:pPr/>
              <a:t>6</a:t>
            </a:fld>
            <a:endParaRPr lang="de-DE"/>
          </a:p>
        </p:txBody>
      </p:sp>
      <p:sp>
        <p:nvSpPr>
          <p:cNvPr id="6" name="Inhaltsplatzhalter 5">
            <a:extLst>
              <a:ext uri="{FF2B5EF4-FFF2-40B4-BE49-F238E27FC236}">
                <a16:creationId xmlns:a16="http://schemas.microsoft.com/office/drawing/2014/main" id="{81AFC3C2-1110-0D30-FFD1-7C103948D896}"/>
              </a:ext>
            </a:extLst>
          </p:cNvPr>
          <p:cNvSpPr>
            <a:spLocks noGrp="1"/>
          </p:cNvSpPr>
          <p:nvPr>
            <p:ph sz="quarter" idx="13"/>
          </p:nvPr>
        </p:nvSpPr>
        <p:spPr/>
        <p:txBody>
          <a:bodyPr/>
          <a:lstStyle/>
          <a:p>
            <a:pPr marL="0" indent="0">
              <a:buNone/>
            </a:pPr>
            <a:r>
              <a:rPr lang="en-US" sz="1600" dirty="0"/>
              <a:t>Select the class implementing most of the functionality “Emergency Stop” from your model and completely specify the detailed design. The detailed design needs to be specified in a detailed enough way so that all information that is required to implement the software is captured in the model. </a:t>
            </a:r>
            <a:endParaRPr lang="de-DE" sz="1600" dirty="0"/>
          </a:p>
          <a:p>
            <a:pPr marL="0" indent="0">
              <a:buNone/>
            </a:pPr>
            <a:r>
              <a:rPr lang="en-US" sz="1600" dirty="0"/>
              <a:t>Create a Package “Detailed Design” that shall contain all diagrams created for this step.</a:t>
            </a:r>
            <a:endParaRPr lang="de-DE" sz="1600" dirty="0"/>
          </a:p>
          <a:p>
            <a:pPr marL="0" indent="0">
              <a:buNone/>
            </a:pPr>
            <a:r>
              <a:rPr lang="en-US" sz="1600" dirty="0"/>
              <a:t>The detail design shall include the following:</a:t>
            </a:r>
            <a:endParaRPr lang="de-DE" sz="1600" dirty="0"/>
          </a:p>
          <a:p>
            <a:pPr lvl="0"/>
            <a:r>
              <a:rPr lang="en-US" sz="1600" dirty="0"/>
              <a:t>The class shall be refined with private methods</a:t>
            </a:r>
            <a:endParaRPr lang="de-DE" sz="1600" dirty="0"/>
          </a:p>
          <a:p>
            <a:pPr lvl="0"/>
            <a:r>
              <a:rPr lang="en-US" sz="1600" dirty="0"/>
              <a:t>There shall be a sequence diagram specifying how the class is used (how the external interfaces are called) and what dependencies the class has, as well as how the internal (private) methods are called.</a:t>
            </a:r>
            <a:endParaRPr lang="de-DE" sz="1600" dirty="0"/>
          </a:p>
          <a:p>
            <a:pPr lvl="0"/>
            <a:r>
              <a:rPr lang="en-US" sz="1600" dirty="0"/>
              <a:t>For each method of the class there shall be either a state-machine diagram or an activity diagram created that models the behavior of the class. Use the note / comment feature of the model elements to specify additional information required for implementation. If your state-machine is implemented on the level of the class and controlled by several methods, only one state machine diagram is sufficient.</a:t>
            </a:r>
            <a:endParaRPr lang="de-DE" sz="1600" dirty="0"/>
          </a:p>
          <a:p>
            <a:endParaRPr lang="de-DE" sz="1600" dirty="0"/>
          </a:p>
        </p:txBody>
      </p:sp>
    </p:spTree>
    <p:extLst>
      <p:ext uri="{BB962C8B-B14F-4D97-AF65-F5344CB8AC3E}">
        <p14:creationId xmlns:p14="http://schemas.microsoft.com/office/powerpoint/2010/main" val="6678310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24F4CF-4D45-D180-88EB-4AF6EB50A322}"/>
              </a:ext>
            </a:extLst>
          </p:cNvPr>
          <p:cNvSpPr>
            <a:spLocks noGrp="1"/>
          </p:cNvSpPr>
          <p:nvPr>
            <p:ph type="title"/>
          </p:nvPr>
        </p:nvSpPr>
        <p:spPr/>
        <p:txBody>
          <a:bodyPr/>
          <a:lstStyle/>
          <a:p>
            <a:r>
              <a:rPr lang="en-US" noProof="0"/>
              <a:t>Our System</a:t>
            </a:r>
          </a:p>
        </p:txBody>
      </p:sp>
      <p:sp>
        <p:nvSpPr>
          <p:cNvPr id="3" name="Datumsplatzhalter 2">
            <a:extLst>
              <a:ext uri="{FF2B5EF4-FFF2-40B4-BE49-F238E27FC236}">
                <a16:creationId xmlns:a16="http://schemas.microsoft.com/office/drawing/2014/main" id="{89C47C4C-D920-FBF6-5187-BCA1F52D357D}"/>
              </a:ext>
            </a:extLst>
          </p:cNvPr>
          <p:cNvSpPr>
            <a:spLocks noGrp="1"/>
          </p:cNvSpPr>
          <p:nvPr>
            <p:ph type="dt" sz="half" idx="10"/>
          </p:nvPr>
        </p:nvSpPr>
        <p:spPr/>
        <p:txBody>
          <a:bodyPr/>
          <a:lstStyle/>
          <a:p>
            <a:r>
              <a:rPr lang="en-US" noProof="0"/>
              <a:t>Prof. Dr.-Ing. F. Leitner-Fischer / Daniel Stimac</a:t>
            </a:r>
          </a:p>
        </p:txBody>
      </p:sp>
      <p:sp>
        <p:nvSpPr>
          <p:cNvPr id="4" name="Fußzeilenplatzhalter 3">
            <a:extLst>
              <a:ext uri="{FF2B5EF4-FFF2-40B4-BE49-F238E27FC236}">
                <a16:creationId xmlns:a16="http://schemas.microsoft.com/office/drawing/2014/main" id="{EEE681AC-D3BB-9413-593E-73FD965C23EB}"/>
              </a:ext>
            </a:extLst>
          </p:cNvPr>
          <p:cNvSpPr>
            <a:spLocks noGrp="1"/>
          </p:cNvSpPr>
          <p:nvPr>
            <p:ph type="ftr" sz="quarter" idx="11"/>
          </p:nvPr>
        </p:nvSpPr>
        <p:spPr/>
        <p:txBody>
          <a:bodyPr/>
          <a:lstStyle/>
          <a:p>
            <a:r>
              <a:rPr lang="en-US" noProof="0"/>
              <a:t>Software Engineering</a:t>
            </a:r>
          </a:p>
        </p:txBody>
      </p:sp>
      <p:sp>
        <p:nvSpPr>
          <p:cNvPr id="5" name="Foliennummernplatzhalter 4">
            <a:extLst>
              <a:ext uri="{FF2B5EF4-FFF2-40B4-BE49-F238E27FC236}">
                <a16:creationId xmlns:a16="http://schemas.microsoft.com/office/drawing/2014/main" id="{626BF45E-F000-659F-EC7A-8FD69DB23CCB}"/>
              </a:ext>
            </a:extLst>
          </p:cNvPr>
          <p:cNvSpPr>
            <a:spLocks noGrp="1"/>
          </p:cNvSpPr>
          <p:nvPr>
            <p:ph type="sldNum" sz="quarter" idx="12"/>
          </p:nvPr>
        </p:nvSpPr>
        <p:spPr/>
        <p:txBody>
          <a:bodyPr/>
          <a:lstStyle/>
          <a:p>
            <a:fld id="{F5A77263-DD59-416C-A906-BA1A9DD16C04}" type="slidenum">
              <a:rPr lang="en-US" noProof="0" smtClean="0"/>
              <a:pPr/>
              <a:t>7</a:t>
            </a:fld>
            <a:endParaRPr lang="en-US" noProof="0"/>
          </a:p>
        </p:txBody>
      </p:sp>
      <p:pic>
        <p:nvPicPr>
          <p:cNvPr id="8" name="Inhaltsplatzhalter 7">
            <a:extLst>
              <a:ext uri="{FF2B5EF4-FFF2-40B4-BE49-F238E27FC236}">
                <a16:creationId xmlns:a16="http://schemas.microsoft.com/office/drawing/2014/main" id="{B3A41628-B6D0-31A7-CCE2-E16FD06A1ECD}"/>
              </a:ext>
            </a:extLst>
          </p:cNvPr>
          <p:cNvPicPr>
            <a:picLocks noGrp="1" noChangeAspect="1"/>
          </p:cNvPicPr>
          <p:nvPr>
            <p:ph sz="quarter" idx="13"/>
          </p:nvPr>
        </p:nvPicPr>
        <p:blipFill>
          <a:blip r:embed="rId2"/>
          <a:stretch>
            <a:fillRect/>
          </a:stretch>
        </p:blipFill>
        <p:spPr>
          <a:xfrm>
            <a:off x="752663" y="1269695"/>
            <a:ext cx="6728107" cy="4454525"/>
          </a:xfrm>
          <a:prstGeom prst="rect">
            <a:avLst/>
          </a:prstGeom>
        </p:spPr>
      </p:pic>
    </p:spTree>
    <p:extLst>
      <p:ext uri="{BB962C8B-B14F-4D97-AF65-F5344CB8AC3E}">
        <p14:creationId xmlns:p14="http://schemas.microsoft.com/office/powerpoint/2010/main" val="399971492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D7E4FABD-44BF-B87C-C24C-FFB6FAA68CDD}"/>
              </a:ext>
            </a:extLst>
          </p:cNvPr>
          <p:cNvSpPr>
            <a:spLocks noGrp="1"/>
          </p:cNvSpPr>
          <p:nvPr>
            <p:ph type="dt" sz="half" idx="10"/>
          </p:nvPr>
        </p:nvSpPr>
        <p:spPr/>
        <p:txBody>
          <a:bodyPr/>
          <a:lstStyle/>
          <a:p>
            <a:r>
              <a:rPr lang="en-US" noProof="0"/>
              <a:t>Prof. Dr.-Ing. F. Leitner-Fischer / Daniel Stimac</a:t>
            </a:r>
          </a:p>
        </p:txBody>
      </p:sp>
      <p:sp>
        <p:nvSpPr>
          <p:cNvPr id="4" name="Fußzeilenplatzhalter 3">
            <a:extLst>
              <a:ext uri="{FF2B5EF4-FFF2-40B4-BE49-F238E27FC236}">
                <a16:creationId xmlns:a16="http://schemas.microsoft.com/office/drawing/2014/main" id="{7A3DED52-2C73-7161-7592-DDD9D49C3F5E}"/>
              </a:ext>
            </a:extLst>
          </p:cNvPr>
          <p:cNvSpPr>
            <a:spLocks noGrp="1"/>
          </p:cNvSpPr>
          <p:nvPr>
            <p:ph type="ftr" sz="quarter" idx="11"/>
          </p:nvPr>
        </p:nvSpPr>
        <p:spPr/>
        <p:txBody>
          <a:bodyPr/>
          <a:lstStyle/>
          <a:p>
            <a:r>
              <a:rPr lang="en-US" noProof="0"/>
              <a:t>Software Engineering</a:t>
            </a:r>
          </a:p>
        </p:txBody>
      </p:sp>
      <p:sp>
        <p:nvSpPr>
          <p:cNvPr id="5" name="Foliennummernplatzhalter 4">
            <a:extLst>
              <a:ext uri="{FF2B5EF4-FFF2-40B4-BE49-F238E27FC236}">
                <a16:creationId xmlns:a16="http://schemas.microsoft.com/office/drawing/2014/main" id="{2C6A82DB-81EE-9618-DF2E-EDE01EA97521}"/>
              </a:ext>
            </a:extLst>
          </p:cNvPr>
          <p:cNvSpPr>
            <a:spLocks noGrp="1"/>
          </p:cNvSpPr>
          <p:nvPr>
            <p:ph type="sldNum" sz="quarter" idx="12"/>
          </p:nvPr>
        </p:nvSpPr>
        <p:spPr/>
        <p:txBody>
          <a:bodyPr/>
          <a:lstStyle/>
          <a:p>
            <a:fld id="{F5A77263-DD59-416C-A906-BA1A9DD16C04}" type="slidenum">
              <a:rPr lang="en-US" noProof="0" smtClean="0"/>
              <a:pPr/>
              <a:t>8</a:t>
            </a:fld>
            <a:endParaRPr lang="en-US" noProof="0"/>
          </a:p>
        </p:txBody>
      </p:sp>
      <p:pic>
        <p:nvPicPr>
          <p:cNvPr id="8" name="Inhaltsplatzhalter 7">
            <a:extLst>
              <a:ext uri="{FF2B5EF4-FFF2-40B4-BE49-F238E27FC236}">
                <a16:creationId xmlns:a16="http://schemas.microsoft.com/office/drawing/2014/main" id="{18B90CF8-56C1-D0A0-A065-BDBB82E0025C}"/>
              </a:ext>
            </a:extLst>
          </p:cNvPr>
          <p:cNvPicPr>
            <a:picLocks noGrp="1" noChangeAspect="1"/>
          </p:cNvPicPr>
          <p:nvPr>
            <p:ph sz="quarter" idx="13"/>
          </p:nvPr>
        </p:nvPicPr>
        <p:blipFill>
          <a:blip r:embed="rId2"/>
          <a:stretch>
            <a:fillRect/>
          </a:stretch>
        </p:blipFill>
        <p:spPr>
          <a:xfrm>
            <a:off x="6097587" y="1453674"/>
            <a:ext cx="5250947" cy="3799046"/>
          </a:xfrm>
          <a:prstGeom prst="rect">
            <a:avLst/>
          </a:prstGeom>
        </p:spPr>
      </p:pic>
      <p:sp>
        <p:nvSpPr>
          <p:cNvPr id="2" name="Inhaltsplatzhalter 5">
            <a:extLst>
              <a:ext uri="{FF2B5EF4-FFF2-40B4-BE49-F238E27FC236}">
                <a16:creationId xmlns:a16="http://schemas.microsoft.com/office/drawing/2014/main" id="{36F94297-9BC3-F073-7C52-9BD2BD8E404B}"/>
              </a:ext>
            </a:extLst>
          </p:cNvPr>
          <p:cNvSpPr txBox="1">
            <a:spLocks/>
          </p:cNvSpPr>
          <p:nvPr/>
        </p:nvSpPr>
        <p:spPr>
          <a:xfrm>
            <a:off x="753186" y="1341563"/>
            <a:ext cx="4452810" cy="4454513"/>
          </a:xfrm>
          <a:prstGeom prst="rect">
            <a:avLst/>
          </a:prstGeom>
        </p:spPr>
        <p:txBody>
          <a:bodyPr vert="horz" lIns="0" tIns="0" rIns="0" bIns="0" rtlCol="0" anchor="t" anchorCtr="0">
            <a:noAutofit/>
          </a:bodyPr>
          <a:lstStyle>
            <a:lvl1pPr marL="197989" indent="-197989" algn="l" defTabSz="958146" rtl="0" eaLnBrk="1" latinLnBrk="0" hangingPunct="1">
              <a:lnSpc>
                <a:spcPct val="100000"/>
              </a:lnSpc>
              <a:spcBef>
                <a:spcPts val="1200"/>
              </a:spcBef>
              <a:buClr>
                <a:schemeClr val="accent2"/>
              </a:buClr>
              <a:buFont typeface="Arial" panose="020B0604020202020204" pitchFamily="34" charset="0"/>
              <a:buChar char="●"/>
              <a:defRPr sz="2000" b="0" kern="1200" baseline="0">
                <a:solidFill>
                  <a:schemeClr val="tx1"/>
                </a:solidFill>
                <a:latin typeface="+mn-lt"/>
                <a:ea typeface="+mn-ea"/>
                <a:cs typeface="+mn-cs"/>
              </a:defRPr>
            </a:lvl1pPr>
            <a:lvl2pPr marL="719960" indent="-285734" algn="l" defTabSz="958146" rtl="0" eaLnBrk="1" latinLnBrk="0" hangingPunct="1">
              <a:lnSpc>
                <a:spcPts val="2200"/>
              </a:lnSpc>
              <a:spcBef>
                <a:spcPts val="600"/>
              </a:spcBef>
              <a:buFont typeface="Arial" panose="020B0604020202020204" pitchFamily="34" charset="0"/>
              <a:buChar char="•"/>
              <a:defRPr sz="1800" b="0" kern="1200">
                <a:solidFill>
                  <a:schemeClr val="tx1"/>
                </a:solidFill>
                <a:latin typeface="+mn-lt"/>
                <a:ea typeface="+mn-ea"/>
                <a:cs typeface="+mn-cs"/>
              </a:defRPr>
            </a:lvl2pPr>
            <a:lvl3pPr marL="1079939" indent="-285734" algn="l" defTabSz="958146" rtl="0" eaLnBrk="1" latinLnBrk="0" hangingPunct="1">
              <a:lnSpc>
                <a:spcPct val="100000"/>
              </a:lnSpc>
              <a:spcBef>
                <a:spcPts val="600"/>
              </a:spcBef>
              <a:buFont typeface="Symbol" panose="05050102010706020507" pitchFamily="18" charset="2"/>
              <a:buChar char="-"/>
              <a:defRPr sz="1600" b="0" i="0" kern="1200" cap="none" baseline="0">
                <a:solidFill>
                  <a:schemeClr val="tx1"/>
                </a:solidFill>
                <a:latin typeface="+mj-lt"/>
                <a:ea typeface="+mn-ea"/>
                <a:cs typeface="+mn-cs"/>
              </a:defRPr>
            </a:lvl3pPr>
            <a:lvl4pPr marL="0" indent="0" algn="l" defTabSz="958146" rtl="0" eaLnBrk="1" latinLnBrk="0" hangingPunct="1">
              <a:lnSpc>
                <a:spcPts val="2200"/>
              </a:lnSpc>
              <a:spcBef>
                <a:spcPts val="0"/>
              </a:spcBef>
              <a:buFont typeface="Arial" panose="020B0604020202020204" pitchFamily="34" charset="0"/>
              <a:buNone/>
              <a:defRPr sz="1600" b="1" kern="1200">
                <a:solidFill>
                  <a:schemeClr val="tx1"/>
                </a:solidFill>
                <a:latin typeface="+mj-lt"/>
                <a:ea typeface="+mn-ea"/>
                <a:cs typeface="+mn-cs"/>
              </a:defRPr>
            </a:lvl4pPr>
            <a:lvl5pPr marL="323982" indent="-197989" algn="l" defTabSz="958146" rtl="0" eaLnBrk="1" latinLnBrk="0" hangingPunct="1">
              <a:lnSpc>
                <a:spcPts val="2200"/>
              </a:lnSpc>
              <a:spcBef>
                <a:spcPts val="0"/>
              </a:spcBef>
              <a:buClr>
                <a:schemeClr val="tx1"/>
              </a:buClr>
              <a:buFont typeface="Arial" panose="020B0604020202020204" pitchFamily="34" charset="0"/>
              <a:buChar char="»"/>
              <a:defRPr sz="1600" b="0" kern="1200">
                <a:solidFill>
                  <a:schemeClr val="tx1"/>
                </a:solidFill>
                <a:latin typeface="+mj-lt"/>
                <a:ea typeface="+mn-ea"/>
                <a:cs typeface="+mn-cs"/>
              </a:defRPr>
            </a:lvl5pPr>
            <a:lvl6pPr marL="0" indent="0" algn="l" defTabSz="958146" rtl="0" eaLnBrk="1" latinLnBrk="0" hangingPunct="1">
              <a:lnSpc>
                <a:spcPts val="2200"/>
              </a:lnSpc>
              <a:spcBef>
                <a:spcPts val="0"/>
              </a:spcBef>
              <a:buFont typeface="Arial" panose="020B0604020202020204" pitchFamily="34" charset="0"/>
              <a:buNone/>
              <a:defRPr sz="1600" b="1" kern="1200">
                <a:solidFill>
                  <a:schemeClr val="accent2"/>
                </a:solidFill>
                <a:latin typeface="+mj-lt"/>
                <a:ea typeface="+mn-ea"/>
                <a:cs typeface="+mn-cs"/>
              </a:defRPr>
            </a:lvl6pPr>
            <a:lvl7pPr marL="0" indent="0" algn="l" defTabSz="958146" rtl="0" eaLnBrk="1" latinLnBrk="0" hangingPunct="1">
              <a:lnSpc>
                <a:spcPts val="2200"/>
              </a:lnSpc>
              <a:spcBef>
                <a:spcPts val="0"/>
              </a:spcBef>
              <a:buFont typeface="Arial" panose="020B0604020202020204" pitchFamily="34" charset="0"/>
              <a:buNone/>
              <a:defRPr sz="1600" b="1" kern="1200">
                <a:solidFill>
                  <a:schemeClr val="tx1"/>
                </a:solidFill>
                <a:latin typeface="+mj-lt"/>
                <a:ea typeface="+mn-ea"/>
                <a:cs typeface="+mn-cs"/>
              </a:defRPr>
            </a:lvl7pPr>
            <a:lvl8pPr marL="125993" indent="-125993" algn="l" defTabSz="958146" rtl="0" eaLnBrk="1" latinLnBrk="0" hangingPunct="1">
              <a:lnSpc>
                <a:spcPts val="2200"/>
              </a:lnSpc>
              <a:spcBef>
                <a:spcPts val="0"/>
              </a:spcBef>
              <a:buClr>
                <a:schemeClr val="tx1"/>
              </a:buClr>
              <a:buFont typeface="Arial" panose="020B0604020202020204" pitchFamily="34" charset="0"/>
              <a:buChar char="•"/>
              <a:defRPr sz="1600" b="0" kern="1200">
                <a:solidFill>
                  <a:schemeClr val="tx1"/>
                </a:solidFill>
                <a:latin typeface="+mj-lt"/>
                <a:ea typeface="+mn-ea"/>
                <a:cs typeface="+mn-cs"/>
              </a:defRPr>
            </a:lvl8pPr>
            <a:lvl9pPr marL="0" indent="0" algn="l" defTabSz="958146" rtl="0" eaLnBrk="1" latinLnBrk="0" hangingPunct="1">
              <a:lnSpc>
                <a:spcPts val="2200"/>
              </a:lnSpc>
              <a:spcBef>
                <a:spcPts val="0"/>
              </a:spcBef>
              <a:buFont typeface="Arial" panose="020B0604020202020204" pitchFamily="34" charset="0"/>
              <a:buNone/>
              <a:defRPr sz="1600" b="1" kern="1200">
                <a:solidFill>
                  <a:schemeClr val="tx1"/>
                </a:solidFill>
                <a:latin typeface="+mj-lt"/>
                <a:ea typeface="+mn-ea"/>
                <a:cs typeface="+mn-cs"/>
              </a:defRPr>
            </a:lvl9pPr>
          </a:lstStyle>
          <a:p>
            <a:r>
              <a:rPr lang="en-US" dirty="0"/>
              <a:t>Hardware </a:t>
            </a:r>
            <a:r>
              <a:rPr lang="en-US" dirty="0" err="1"/>
              <a:t>Architekture</a:t>
            </a:r>
            <a:endParaRPr lang="en-US" dirty="0"/>
          </a:p>
          <a:p>
            <a:pPr lvl="1"/>
            <a:r>
              <a:rPr lang="en-US" dirty="0"/>
              <a:t>Jetson nano </a:t>
            </a:r>
          </a:p>
          <a:p>
            <a:pPr lvl="2"/>
            <a:r>
              <a:rPr lang="en-US" dirty="0"/>
              <a:t>AD </a:t>
            </a:r>
            <a:r>
              <a:rPr lang="en-US" dirty="0" err="1"/>
              <a:t>fuctionality</a:t>
            </a:r>
            <a:r>
              <a:rPr lang="en-US" dirty="0"/>
              <a:t> and sensor fusion</a:t>
            </a:r>
          </a:p>
          <a:p>
            <a:pPr lvl="1"/>
            <a:r>
              <a:rPr lang="en-US" dirty="0"/>
              <a:t>Arduino “Master”</a:t>
            </a:r>
          </a:p>
          <a:p>
            <a:pPr lvl="2"/>
            <a:r>
              <a:rPr lang="en-US" dirty="0"/>
              <a:t>Hardware access ( LED, Button)</a:t>
            </a:r>
          </a:p>
          <a:p>
            <a:pPr lvl="2"/>
            <a:r>
              <a:rPr lang="en-US" dirty="0"/>
              <a:t>Provide basic distance and motion information</a:t>
            </a:r>
          </a:p>
          <a:p>
            <a:pPr lvl="1"/>
            <a:r>
              <a:rPr lang="en-US" dirty="0"/>
              <a:t>Arduino “Slave”</a:t>
            </a:r>
          </a:p>
          <a:p>
            <a:pPr lvl="2"/>
            <a:r>
              <a:rPr lang="en-US" dirty="0"/>
              <a:t>Drive Control</a:t>
            </a:r>
          </a:p>
          <a:p>
            <a:pPr lvl="2"/>
            <a:r>
              <a:rPr lang="en-US" dirty="0"/>
              <a:t>Emergency Stop</a:t>
            </a:r>
          </a:p>
          <a:p>
            <a:pPr lvl="2"/>
            <a:endParaRPr lang="en-US" dirty="0"/>
          </a:p>
          <a:p>
            <a:pPr marL="0" indent="0">
              <a:buNone/>
            </a:pPr>
            <a:endParaRPr lang="en-US" dirty="0"/>
          </a:p>
          <a:p>
            <a:endParaRPr lang="en-US" dirty="0"/>
          </a:p>
          <a:p>
            <a:endParaRPr lang="en-US" dirty="0"/>
          </a:p>
          <a:p>
            <a:pPr marL="0" indent="0">
              <a:buFont typeface="Arial" panose="020B0604020202020204" pitchFamily="34" charset="0"/>
              <a:buNone/>
            </a:pPr>
            <a:endParaRPr lang="en-US" dirty="0"/>
          </a:p>
          <a:p>
            <a:endParaRPr lang="en-US" dirty="0"/>
          </a:p>
        </p:txBody>
      </p:sp>
    </p:spTree>
    <p:extLst>
      <p:ext uri="{BB962C8B-B14F-4D97-AF65-F5344CB8AC3E}">
        <p14:creationId xmlns:p14="http://schemas.microsoft.com/office/powerpoint/2010/main" val="63056652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468A33-B80C-F31E-93A9-D923C598B919}"/>
              </a:ext>
            </a:extLst>
          </p:cNvPr>
          <p:cNvSpPr>
            <a:spLocks noGrp="1"/>
          </p:cNvSpPr>
          <p:nvPr>
            <p:ph type="title"/>
          </p:nvPr>
        </p:nvSpPr>
        <p:spPr/>
        <p:txBody>
          <a:bodyPr/>
          <a:lstStyle/>
          <a:p>
            <a:r>
              <a:rPr lang="de-DE" dirty="0" err="1"/>
              <a:t>Component</a:t>
            </a:r>
            <a:r>
              <a:rPr lang="de-DE" dirty="0"/>
              <a:t> </a:t>
            </a:r>
            <a:r>
              <a:rPr lang="de-DE" dirty="0" err="1"/>
              <a:t>Overview</a:t>
            </a:r>
            <a:endParaRPr lang="de-DE" dirty="0"/>
          </a:p>
        </p:txBody>
      </p:sp>
      <p:sp>
        <p:nvSpPr>
          <p:cNvPr id="3" name="Datumsplatzhalter 2">
            <a:extLst>
              <a:ext uri="{FF2B5EF4-FFF2-40B4-BE49-F238E27FC236}">
                <a16:creationId xmlns:a16="http://schemas.microsoft.com/office/drawing/2014/main" id="{63811BA8-23BC-6B40-E6CD-781FF3695FBB}"/>
              </a:ext>
            </a:extLst>
          </p:cNvPr>
          <p:cNvSpPr>
            <a:spLocks noGrp="1"/>
          </p:cNvSpPr>
          <p:nvPr>
            <p:ph type="dt" sz="half" idx="10"/>
          </p:nvPr>
        </p:nvSpPr>
        <p:spPr/>
        <p:txBody>
          <a:bodyPr/>
          <a:lstStyle/>
          <a:p>
            <a:r>
              <a:rPr lang="de-DE"/>
              <a:t>Prof. Dr.-Ing. F. Leitner-Fischer / Daniel Stimac</a:t>
            </a:r>
          </a:p>
        </p:txBody>
      </p:sp>
      <p:sp>
        <p:nvSpPr>
          <p:cNvPr id="4" name="Fußzeilenplatzhalter 3">
            <a:extLst>
              <a:ext uri="{FF2B5EF4-FFF2-40B4-BE49-F238E27FC236}">
                <a16:creationId xmlns:a16="http://schemas.microsoft.com/office/drawing/2014/main" id="{9405E23A-F11B-7861-3AC9-2AAC214D724A}"/>
              </a:ext>
            </a:extLst>
          </p:cNvPr>
          <p:cNvSpPr>
            <a:spLocks noGrp="1"/>
          </p:cNvSpPr>
          <p:nvPr>
            <p:ph type="ftr" sz="quarter" idx="11"/>
          </p:nvPr>
        </p:nvSpPr>
        <p:spPr/>
        <p:txBody>
          <a:bodyPr/>
          <a:lstStyle/>
          <a:p>
            <a:r>
              <a:rPr lang="de-DE"/>
              <a:t>Software Engineering</a:t>
            </a:r>
          </a:p>
        </p:txBody>
      </p:sp>
      <p:sp>
        <p:nvSpPr>
          <p:cNvPr id="5" name="Foliennummernplatzhalter 4">
            <a:extLst>
              <a:ext uri="{FF2B5EF4-FFF2-40B4-BE49-F238E27FC236}">
                <a16:creationId xmlns:a16="http://schemas.microsoft.com/office/drawing/2014/main" id="{B6703A1D-0A9A-1C4B-12FA-655EF2A9E4DC}"/>
              </a:ext>
            </a:extLst>
          </p:cNvPr>
          <p:cNvSpPr>
            <a:spLocks noGrp="1"/>
          </p:cNvSpPr>
          <p:nvPr>
            <p:ph type="sldNum" sz="quarter" idx="12"/>
          </p:nvPr>
        </p:nvSpPr>
        <p:spPr/>
        <p:txBody>
          <a:bodyPr/>
          <a:lstStyle/>
          <a:p>
            <a:fld id="{F5A77263-DD59-416C-A906-BA1A9DD16C04}" type="slidenum">
              <a:rPr lang="de-DE" smtClean="0"/>
              <a:pPr/>
              <a:t>9</a:t>
            </a:fld>
            <a:endParaRPr lang="de-DE"/>
          </a:p>
        </p:txBody>
      </p:sp>
      <p:pic>
        <p:nvPicPr>
          <p:cNvPr id="9" name="Inhaltsplatzhalter 8" descr="Ein Bild, das Text, Diagramm, Screenshot, Reihe enthält.&#10;&#10;KI-generierte Inhalte können fehlerhaft sein.">
            <a:extLst>
              <a:ext uri="{FF2B5EF4-FFF2-40B4-BE49-F238E27FC236}">
                <a16:creationId xmlns:a16="http://schemas.microsoft.com/office/drawing/2014/main" id="{CDBD8FF7-6E84-B474-1FCC-51E7E0D5424B}"/>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5970626" y="987548"/>
            <a:ext cx="5672133" cy="5276474"/>
          </a:xfrm>
          <a:prstGeom prst="rect">
            <a:avLst/>
          </a:prstGeom>
        </p:spPr>
      </p:pic>
      <p:sp>
        <p:nvSpPr>
          <p:cNvPr id="13" name="Inhaltsplatzhalter 5">
            <a:extLst>
              <a:ext uri="{FF2B5EF4-FFF2-40B4-BE49-F238E27FC236}">
                <a16:creationId xmlns:a16="http://schemas.microsoft.com/office/drawing/2014/main" id="{F6068E39-0EE1-7AED-677E-9AC1C62CE2D7}"/>
              </a:ext>
            </a:extLst>
          </p:cNvPr>
          <p:cNvSpPr txBox="1">
            <a:spLocks/>
          </p:cNvSpPr>
          <p:nvPr/>
        </p:nvSpPr>
        <p:spPr>
          <a:xfrm>
            <a:off x="752663" y="1626043"/>
            <a:ext cx="4788550" cy="2742757"/>
          </a:xfrm>
          <a:prstGeom prst="rect">
            <a:avLst/>
          </a:prstGeom>
        </p:spPr>
        <p:txBody>
          <a:bodyPr vert="horz" lIns="0" tIns="0" rIns="0" bIns="0" rtlCol="0" anchor="t" anchorCtr="0">
            <a:noAutofit/>
          </a:bodyPr>
          <a:lstStyle>
            <a:lvl1pPr marL="197989" indent="-197989" algn="l" defTabSz="958146" rtl="0" eaLnBrk="1" latinLnBrk="0" hangingPunct="1">
              <a:lnSpc>
                <a:spcPct val="100000"/>
              </a:lnSpc>
              <a:spcBef>
                <a:spcPts val="1200"/>
              </a:spcBef>
              <a:buClr>
                <a:schemeClr val="accent2"/>
              </a:buClr>
              <a:buFont typeface="Arial" panose="020B0604020202020204" pitchFamily="34" charset="0"/>
              <a:buChar char="●"/>
              <a:defRPr sz="2000" b="0" kern="1200" baseline="0">
                <a:solidFill>
                  <a:schemeClr val="tx1"/>
                </a:solidFill>
                <a:latin typeface="+mn-lt"/>
                <a:ea typeface="+mn-ea"/>
                <a:cs typeface="+mn-cs"/>
              </a:defRPr>
            </a:lvl1pPr>
            <a:lvl2pPr marL="719960" indent="-285734" algn="l" defTabSz="958146" rtl="0" eaLnBrk="1" latinLnBrk="0" hangingPunct="1">
              <a:lnSpc>
                <a:spcPts val="2200"/>
              </a:lnSpc>
              <a:spcBef>
                <a:spcPts val="600"/>
              </a:spcBef>
              <a:buFont typeface="Arial" panose="020B0604020202020204" pitchFamily="34" charset="0"/>
              <a:buChar char="•"/>
              <a:defRPr sz="1800" b="0" kern="1200">
                <a:solidFill>
                  <a:schemeClr val="tx1"/>
                </a:solidFill>
                <a:latin typeface="+mn-lt"/>
                <a:ea typeface="+mn-ea"/>
                <a:cs typeface="+mn-cs"/>
              </a:defRPr>
            </a:lvl2pPr>
            <a:lvl3pPr marL="1079939" indent="-285734" algn="l" defTabSz="958146" rtl="0" eaLnBrk="1" latinLnBrk="0" hangingPunct="1">
              <a:lnSpc>
                <a:spcPct val="100000"/>
              </a:lnSpc>
              <a:spcBef>
                <a:spcPts val="600"/>
              </a:spcBef>
              <a:buFont typeface="Symbol" panose="05050102010706020507" pitchFamily="18" charset="2"/>
              <a:buChar char="-"/>
              <a:defRPr sz="1600" b="0" i="0" kern="1200" cap="none" baseline="0">
                <a:solidFill>
                  <a:schemeClr val="tx1"/>
                </a:solidFill>
                <a:latin typeface="+mj-lt"/>
                <a:ea typeface="+mn-ea"/>
                <a:cs typeface="+mn-cs"/>
              </a:defRPr>
            </a:lvl3pPr>
            <a:lvl4pPr marL="0" indent="0" algn="l" defTabSz="958146" rtl="0" eaLnBrk="1" latinLnBrk="0" hangingPunct="1">
              <a:lnSpc>
                <a:spcPts val="2200"/>
              </a:lnSpc>
              <a:spcBef>
                <a:spcPts val="0"/>
              </a:spcBef>
              <a:buFont typeface="Arial" panose="020B0604020202020204" pitchFamily="34" charset="0"/>
              <a:buNone/>
              <a:defRPr sz="1600" b="1" kern="1200">
                <a:solidFill>
                  <a:schemeClr val="tx1"/>
                </a:solidFill>
                <a:latin typeface="+mj-lt"/>
                <a:ea typeface="+mn-ea"/>
                <a:cs typeface="+mn-cs"/>
              </a:defRPr>
            </a:lvl4pPr>
            <a:lvl5pPr marL="323982" indent="-197989" algn="l" defTabSz="958146" rtl="0" eaLnBrk="1" latinLnBrk="0" hangingPunct="1">
              <a:lnSpc>
                <a:spcPts val="2200"/>
              </a:lnSpc>
              <a:spcBef>
                <a:spcPts val="0"/>
              </a:spcBef>
              <a:buClr>
                <a:schemeClr val="tx1"/>
              </a:buClr>
              <a:buFont typeface="Arial" panose="020B0604020202020204" pitchFamily="34" charset="0"/>
              <a:buChar char="»"/>
              <a:defRPr sz="1600" b="0" kern="1200">
                <a:solidFill>
                  <a:schemeClr val="tx1"/>
                </a:solidFill>
                <a:latin typeface="+mj-lt"/>
                <a:ea typeface="+mn-ea"/>
                <a:cs typeface="+mn-cs"/>
              </a:defRPr>
            </a:lvl5pPr>
            <a:lvl6pPr marL="0" indent="0" algn="l" defTabSz="958146" rtl="0" eaLnBrk="1" latinLnBrk="0" hangingPunct="1">
              <a:lnSpc>
                <a:spcPts val="2200"/>
              </a:lnSpc>
              <a:spcBef>
                <a:spcPts val="0"/>
              </a:spcBef>
              <a:buFont typeface="Arial" panose="020B0604020202020204" pitchFamily="34" charset="0"/>
              <a:buNone/>
              <a:defRPr sz="1600" b="1" kern="1200">
                <a:solidFill>
                  <a:schemeClr val="accent2"/>
                </a:solidFill>
                <a:latin typeface="+mj-lt"/>
                <a:ea typeface="+mn-ea"/>
                <a:cs typeface="+mn-cs"/>
              </a:defRPr>
            </a:lvl6pPr>
            <a:lvl7pPr marL="0" indent="0" algn="l" defTabSz="958146" rtl="0" eaLnBrk="1" latinLnBrk="0" hangingPunct="1">
              <a:lnSpc>
                <a:spcPts val="2200"/>
              </a:lnSpc>
              <a:spcBef>
                <a:spcPts val="0"/>
              </a:spcBef>
              <a:buFont typeface="Arial" panose="020B0604020202020204" pitchFamily="34" charset="0"/>
              <a:buNone/>
              <a:defRPr sz="1600" b="1" kern="1200">
                <a:solidFill>
                  <a:schemeClr val="tx1"/>
                </a:solidFill>
                <a:latin typeface="+mj-lt"/>
                <a:ea typeface="+mn-ea"/>
                <a:cs typeface="+mn-cs"/>
              </a:defRPr>
            </a:lvl7pPr>
            <a:lvl8pPr marL="125993" indent="-125993" algn="l" defTabSz="958146" rtl="0" eaLnBrk="1" latinLnBrk="0" hangingPunct="1">
              <a:lnSpc>
                <a:spcPts val="2200"/>
              </a:lnSpc>
              <a:spcBef>
                <a:spcPts val="0"/>
              </a:spcBef>
              <a:buClr>
                <a:schemeClr val="tx1"/>
              </a:buClr>
              <a:buFont typeface="Arial" panose="020B0604020202020204" pitchFamily="34" charset="0"/>
              <a:buChar char="•"/>
              <a:defRPr sz="1600" b="0" kern="1200">
                <a:solidFill>
                  <a:schemeClr val="tx1"/>
                </a:solidFill>
                <a:latin typeface="+mj-lt"/>
                <a:ea typeface="+mn-ea"/>
                <a:cs typeface="+mn-cs"/>
              </a:defRPr>
            </a:lvl8pPr>
            <a:lvl9pPr marL="0" indent="0" algn="l" defTabSz="958146" rtl="0" eaLnBrk="1" latinLnBrk="0" hangingPunct="1">
              <a:lnSpc>
                <a:spcPts val="2200"/>
              </a:lnSpc>
              <a:spcBef>
                <a:spcPts val="0"/>
              </a:spcBef>
              <a:buFont typeface="Arial" panose="020B0604020202020204" pitchFamily="34" charset="0"/>
              <a:buNone/>
              <a:defRPr sz="1600" b="1" kern="1200">
                <a:solidFill>
                  <a:schemeClr val="tx1"/>
                </a:solidFill>
                <a:latin typeface="+mj-lt"/>
                <a:ea typeface="+mn-ea"/>
                <a:cs typeface="+mn-cs"/>
              </a:defRPr>
            </a:lvl9pPr>
          </a:lstStyle>
          <a:p>
            <a:r>
              <a:rPr lang="en-US" dirty="0"/>
              <a:t>Emergency Stop</a:t>
            </a:r>
          </a:p>
          <a:p>
            <a:pPr lvl="1"/>
            <a:r>
              <a:rPr lang="en-US" dirty="0" err="1"/>
              <a:t>safty</a:t>
            </a:r>
            <a:r>
              <a:rPr lang="en-US" dirty="0"/>
              <a:t> monitoring</a:t>
            </a:r>
          </a:p>
          <a:p>
            <a:r>
              <a:rPr lang="en-US" dirty="0"/>
              <a:t>TTC-Observer</a:t>
            </a:r>
          </a:p>
          <a:p>
            <a:pPr lvl="1"/>
            <a:r>
              <a:rPr lang="en-US" dirty="0"/>
              <a:t>Handle all AD operation modes. </a:t>
            </a:r>
            <a:br>
              <a:rPr lang="en-US" dirty="0"/>
            </a:br>
            <a:r>
              <a:rPr lang="en-US" dirty="0"/>
              <a:t>(TTC observation)</a:t>
            </a:r>
          </a:p>
          <a:p>
            <a:pPr marL="0" indent="0">
              <a:buNone/>
            </a:pPr>
            <a:endParaRPr lang="en-US" dirty="0"/>
          </a:p>
          <a:p>
            <a:pPr marL="0" indent="0">
              <a:buFont typeface="Arial" panose="020B0604020202020204" pitchFamily="34" charset="0"/>
              <a:buNone/>
            </a:pPr>
            <a:endParaRPr lang="en-US" dirty="0"/>
          </a:p>
          <a:p>
            <a:endParaRPr lang="en-US" dirty="0"/>
          </a:p>
        </p:txBody>
      </p:sp>
    </p:spTree>
    <p:extLst>
      <p:ext uri="{BB962C8B-B14F-4D97-AF65-F5344CB8AC3E}">
        <p14:creationId xmlns:p14="http://schemas.microsoft.com/office/powerpoint/2010/main" val="26764961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Grafik 25" descr="Ein Bild, das Text, Screenshot, Schrift, Diagramm enthält.&#10;&#10;KI-generierte Inhalte können fehlerhaft sein.">
            <a:extLst>
              <a:ext uri="{FF2B5EF4-FFF2-40B4-BE49-F238E27FC236}">
                <a16:creationId xmlns:a16="http://schemas.microsoft.com/office/drawing/2014/main" id="{A6B48F15-3469-F75B-68A4-794B429D167D}"/>
              </a:ext>
            </a:extLst>
          </p:cNvPr>
          <p:cNvPicPr>
            <a:picLocks noChangeAspect="1"/>
          </p:cNvPicPr>
          <p:nvPr/>
        </p:nvPicPr>
        <p:blipFill>
          <a:blip r:embed="rId2"/>
          <a:stretch>
            <a:fillRect/>
          </a:stretch>
        </p:blipFill>
        <p:spPr>
          <a:xfrm>
            <a:off x="6190999" y="3214724"/>
            <a:ext cx="4522572" cy="3083848"/>
          </a:xfrm>
          <a:prstGeom prst="rect">
            <a:avLst/>
          </a:prstGeom>
        </p:spPr>
      </p:pic>
      <p:sp>
        <p:nvSpPr>
          <p:cNvPr id="2" name="Titel 1">
            <a:extLst>
              <a:ext uri="{FF2B5EF4-FFF2-40B4-BE49-F238E27FC236}">
                <a16:creationId xmlns:a16="http://schemas.microsoft.com/office/drawing/2014/main" id="{5B051E1D-8231-3A91-BA8C-9144F4A97EB4}"/>
              </a:ext>
            </a:extLst>
          </p:cNvPr>
          <p:cNvSpPr>
            <a:spLocks noGrp="1"/>
          </p:cNvSpPr>
          <p:nvPr>
            <p:ph type="title"/>
          </p:nvPr>
        </p:nvSpPr>
        <p:spPr/>
        <p:txBody>
          <a:bodyPr/>
          <a:lstStyle/>
          <a:p>
            <a:r>
              <a:rPr lang="de-DE" dirty="0"/>
              <a:t>Operation </a:t>
            </a:r>
            <a:r>
              <a:rPr lang="de-DE" dirty="0" err="1"/>
              <a:t>Zones</a:t>
            </a:r>
            <a:endParaRPr lang="de-DE" dirty="0"/>
          </a:p>
        </p:txBody>
      </p:sp>
      <p:sp>
        <p:nvSpPr>
          <p:cNvPr id="3" name="Datumsplatzhalter 2">
            <a:extLst>
              <a:ext uri="{FF2B5EF4-FFF2-40B4-BE49-F238E27FC236}">
                <a16:creationId xmlns:a16="http://schemas.microsoft.com/office/drawing/2014/main" id="{722EFD93-FF56-869A-468F-1A9B5C0BE97A}"/>
              </a:ext>
            </a:extLst>
          </p:cNvPr>
          <p:cNvSpPr>
            <a:spLocks noGrp="1"/>
          </p:cNvSpPr>
          <p:nvPr>
            <p:ph type="dt" sz="half" idx="10"/>
          </p:nvPr>
        </p:nvSpPr>
        <p:spPr/>
        <p:txBody>
          <a:bodyPr/>
          <a:lstStyle/>
          <a:p>
            <a:r>
              <a:rPr lang="de-DE"/>
              <a:t>Prof. Dr.-Ing. F. Leitner-Fischer / Daniel Stimac</a:t>
            </a:r>
          </a:p>
        </p:txBody>
      </p:sp>
      <p:sp>
        <p:nvSpPr>
          <p:cNvPr id="4" name="Fußzeilenplatzhalter 3">
            <a:extLst>
              <a:ext uri="{FF2B5EF4-FFF2-40B4-BE49-F238E27FC236}">
                <a16:creationId xmlns:a16="http://schemas.microsoft.com/office/drawing/2014/main" id="{FB098249-56F2-542D-45B7-78234928A1F2}"/>
              </a:ext>
            </a:extLst>
          </p:cNvPr>
          <p:cNvSpPr>
            <a:spLocks noGrp="1"/>
          </p:cNvSpPr>
          <p:nvPr>
            <p:ph type="ftr" sz="quarter" idx="11"/>
          </p:nvPr>
        </p:nvSpPr>
        <p:spPr/>
        <p:txBody>
          <a:bodyPr/>
          <a:lstStyle/>
          <a:p>
            <a:r>
              <a:rPr lang="de-DE"/>
              <a:t>Software Engineering</a:t>
            </a:r>
          </a:p>
        </p:txBody>
      </p:sp>
      <p:sp>
        <p:nvSpPr>
          <p:cNvPr id="5" name="Foliennummernplatzhalter 4">
            <a:extLst>
              <a:ext uri="{FF2B5EF4-FFF2-40B4-BE49-F238E27FC236}">
                <a16:creationId xmlns:a16="http://schemas.microsoft.com/office/drawing/2014/main" id="{F6FA1BC9-251B-DFB8-1D48-25D6D11EA3BB}"/>
              </a:ext>
            </a:extLst>
          </p:cNvPr>
          <p:cNvSpPr>
            <a:spLocks noGrp="1"/>
          </p:cNvSpPr>
          <p:nvPr>
            <p:ph type="sldNum" sz="quarter" idx="12"/>
          </p:nvPr>
        </p:nvSpPr>
        <p:spPr/>
        <p:txBody>
          <a:bodyPr/>
          <a:lstStyle/>
          <a:p>
            <a:fld id="{F5A77263-DD59-416C-A906-BA1A9DD16C04}" type="slidenum">
              <a:rPr lang="de-DE" smtClean="0"/>
              <a:pPr/>
              <a:t>10</a:t>
            </a:fld>
            <a:endParaRPr lang="de-DE"/>
          </a:p>
        </p:txBody>
      </p:sp>
      <p:pic>
        <p:nvPicPr>
          <p:cNvPr id="6" name="pic">
            <a:extLst>
              <a:ext uri="{FF2B5EF4-FFF2-40B4-BE49-F238E27FC236}">
                <a16:creationId xmlns:a16="http://schemas.microsoft.com/office/drawing/2014/main" id="{4BE63886-EC23-6403-F0E2-D3DE67B402A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6529442" y="1460239"/>
            <a:ext cx="2080000" cy="820000"/>
          </a:xfrm>
          <a:prstGeom prst="rect">
            <a:avLst/>
          </a:prstGeom>
        </p:spPr>
      </p:pic>
      <p:pic>
        <p:nvPicPr>
          <p:cNvPr id="9" name="pic">
            <a:extLst>
              <a:ext uri="{FF2B5EF4-FFF2-40B4-BE49-F238E27FC236}">
                <a16:creationId xmlns:a16="http://schemas.microsoft.com/office/drawing/2014/main" id="{7FF6AF5D-7A3D-A6DF-B24E-D020C53C788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9503247" y="1460239"/>
            <a:ext cx="1690000" cy="820000"/>
          </a:xfrm>
          <a:prstGeom prst="rect">
            <a:avLst/>
          </a:prstGeom>
        </p:spPr>
      </p:pic>
      <p:cxnSp>
        <p:nvCxnSpPr>
          <p:cNvPr id="11" name="Gerader Verbinder 10">
            <a:extLst>
              <a:ext uri="{FF2B5EF4-FFF2-40B4-BE49-F238E27FC236}">
                <a16:creationId xmlns:a16="http://schemas.microsoft.com/office/drawing/2014/main" id="{63E8F581-4796-E8D2-DDCD-2C703F78DE52}"/>
              </a:ext>
            </a:extLst>
          </p:cNvPr>
          <p:cNvCxnSpPr>
            <a:cxnSpLocks/>
            <a:endCxn id="9" idx="2"/>
          </p:cNvCxnSpPr>
          <p:nvPr/>
        </p:nvCxnSpPr>
        <p:spPr>
          <a:xfrm flipV="1">
            <a:off x="9003180" y="2280239"/>
            <a:ext cx="1345067" cy="903543"/>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C6EB7DEB-9856-A02E-6F28-301AB43D6B22}"/>
              </a:ext>
            </a:extLst>
          </p:cNvPr>
          <p:cNvCxnSpPr>
            <a:cxnSpLocks/>
            <a:endCxn id="6" idx="2"/>
          </p:cNvCxnSpPr>
          <p:nvPr/>
        </p:nvCxnSpPr>
        <p:spPr>
          <a:xfrm flipV="1">
            <a:off x="7569442" y="2280239"/>
            <a:ext cx="0" cy="1367201"/>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16" name="Inhaltsplatzhalter 5">
            <a:extLst>
              <a:ext uri="{FF2B5EF4-FFF2-40B4-BE49-F238E27FC236}">
                <a16:creationId xmlns:a16="http://schemas.microsoft.com/office/drawing/2014/main" id="{A137559C-2D9F-6C9A-67E0-F363F2C62DC7}"/>
              </a:ext>
            </a:extLst>
          </p:cNvPr>
          <p:cNvSpPr>
            <a:spLocks noGrp="1"/>
          </p:cNvSpPr>
          <p:nvPr>
            <p:ph sz="quarter" idx="13"/>
          </p:nvPr>
        </p:nvSpPr>
        <p:spPr>
          <a:xfrm>
            <a:off x="753186" y="1341563"/>
            <a:ext cx="4452810" cy="4454513"/>
          </a:xfrm>
        </p:spPr>
        <p:txBody>
          <a:bodyPr/>
          <a:lstStyle/>
          <a:p>
            <a:r>
              <a:rPr lang="en-US" dirty="0" err="1"/>
              <a:t>Safty</a:t>
            </a:r>
            <a:r>
              <a:rPr lang="en-US" dirty="0"/>
              <a:t>-Zone</a:t>
            </a:r>
          </a:p>
          <a:p>
            <a:pPr lvl="1"/>
            <a:r>
              <a:rPr lang="en-US" dirty="0"/>
              <a:t>Emergency Stop, release via Button</a:t>
            </a:r>
          </a:p>
          <a:p>
            <a:r>
              <a:rPr lang="en-US" dirty="0"/>
              <a:t>Normal Operation</a:t>
            </a:r>
          </a:p>
          <a:p>
            <a:pPr lvl="1"/>
            <a:r>
              <a:rPr lang="en-US" dirty="0"/>
              <a:t>Auto recover via TTC-Observer</a:t>
            </a:r>
          </a:p>
          <a:p>
            <a:r>
              <a:rPr lang="en-US" dirty="0"/>
              <a:t>Emergency Stop via Soft-Stop Button and Emergency-Button (Pilz-Taster)</a:t>
            </a:r>
          </a:p>
          <a:p>
            <a:endParaRPr lang="en-US" dirty="0"/>
          </a:p>
          <a:p>
            <a:endParaRPr lang="en-US" dirty="0"/>
          </a:p>
          <a:p>
            <a:pPr marL="0" indent="0">
              <a:buNone/>
            </a:pPr>
            <a:endParaRPr lang="en-US" noProof="0" dirty="0"/>
          </a:p>
          <a:p>
            <a:endParaRPr lang="en-US" noProof="0" dirty="0"/>
          </a:p>
        </p:txBody>
      </p:sp>
    </p:spTree>
    <p:extLst>
      <p:ext uri="{BB962C8B-B14F-4D97-AF65-F5344CB8AC3E}">
        <p14:creationId xmlns:p14="http://schemas.microsoft.com/office/powerpoint/2010/main" val="275766557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71BE65-635F-1072-8EB5-768E9E22AD9B}"/>
              </a:ext>
            </a:extLst>
          </p:cNvPr>
          <p:cNvSpPr>
            <a:spLocks noGrp="1"/>
          </p:cNvSpPr>
          <p:nvPr>
            <p:ph type="title"/>
          </p:nvPr>
        </p:nvSpPr>
        <p:spPr/>
        <p:txBody>
          <a:bodyPr/>
          <a:lstStyle/>
          <a:p>
            <a:r>
              <a:rPr lang="de-DE" dirty="0"/>
              <a:t>State-</a:t>
            </a:r>
            <a:r>
              <a:rPr lang="de-DE" dirty="0" err="1"/>
              <a:t>Diagram</a:t>
            </a:r>
            <a:r>
              <a:rPr lang="de-DE" dirty="0"/>
              <a:t> </a:t>
            </a:r>
            <a:r>
              <a:rPr lang="de-DE" dirty="0" err="1"/>
              <a:t>for</a:t>
            </a:r>
            <a:r>
              <a:rPr lang="de-DE" dirty="0"/>
              <a:t> Emergency </a:t>
            </a:r>
            <a:r>
              <a:rPr lang="de-DE" dirty="0" err="1"/>
              <a:t>Stop</a:t>
            </a:r>
            <a:r>
              <a:rPr lang="de-DE" dirty="0"/>
              <a:t> </a:t>
            </a:r>
            <a:r>
              <a:rPr lang="de-DE" dirty="0" err="1"/>
              <a:t>Component</a:t>
            </a:r>
            <a:endParaRPr lang="de-DE" dirty="0"/>
          </a:p>
        </p:txBody>
      </p:sp>
      <p:sp>
        <p:nvSpPr>
          <p:cNvPr id="3" name="Datumsplatzhalter 2">
            <a:extLst>
              <a:ext uri="{FF2B5EF4-FFF2-40B4-BE49-F238E27FC236}">
                <a16:creationId xmlns:a16="http://schemas.microsoft.com/office/drawing/2014/main" id="{01C75152-D3B9-9A24-2A94-F82C55A207E2}"/>
              </a:ext>
            </a:extLst>
          </p:cNvPr>
          <p:cNvSpPr>
            <a:spLocks noGrp="1"/>
          </p:cNvSpPr>
          <p:nvPr>
            <p:ph type="dt" sz="half" idx="10"/>
          </p:nvPr>
        </p:nvSpPr>
        <p:spPr/>
        <p:txBody>
          <a:bodyPr/>
          <a:lstStyle/>
          <a:p>
            <a:r>
              <a:rPr lang="de-DE"/>
              <a:t>Prof. Dr.-Ing. F. Leitner-Fischer / Daniel Stimac</a:t>
            </a:r>
          </a:p>
        </p:txBody>
      </p:sp>
      <p:sp>
        <p:nvSpPr>
          <p:cNvPr id="4" name="Fußzeilenplatzhalter 3">
            <a:extLst>
              <a:ext uri="{FF2B5EF4-FFF2-40B4-BE49-F238E27FC236}">
                <a16:creationId xmlns:a16="http://schemas.microsoft.com/office/drawing/2014/main" id="{F6E123E1-3038-C53B-5AE7-961FF211EC2E}"/>
              </a:ext>
            </a:extLst>
          </p:cNvPr>
          <p:cNvSpPr>
            <a:spLocks noGrp="1"/>
          </p:cNvSpPr>
          <p:nvPr>
            <p:ph type="ftr" sz="quarter" idx="11"/>
          </p:nvPr>
        </p:nvSpPr>
        <p:spPr/>
        <p:txBody>
          <a:bodyPr/>
          <a:lstStyle/>
          <a:p>
            <a:r>
              <a:rPr lang="de-DE"/>
              <a:t>Software Engineering</a:t>
            </a:r>
          </a:p>
        </p:txBody>
      </p:sp>
      <p:sp>
        <p:nvSpPr>
          <p:cNvPr id="5" name="Foliennummernplatzhalter 4">
            <a:extLst>
              <a:ext uri="{FF2B5EF4-FFF2-40B4-BE49-F238E27FC236}">
                <a16:creationId xmlns:a16="http://schemas.microsoft.com/office/drawing/2014/main" id="{76BD3EBB-0E5B-30AA-7ADC-9D50F125666D}"/>
              </a:ext>
            </a:extLst>
          </p:cNvPr>
          <p:cNvSpPr>
            <a:spLocks noGrp="1"/>
          </p:cNvSpPr>
          <p:nvPr>
            <p:ph type="sldNum" sz="quarter" idx="12"/>
          </p:nvPr>
        </p:nvSpPr>
        <p:spPr/>
        <p:txBody>
          <a:bodyPr/>
          <a:lstStyle/>
          <a:p>
            <a:fld id="{F5A77263-DD59-416C-A906-BA1A9DD16C04}" type="slidenum">
              <a:rPr lang="de-DE" smtClean="0"/>
              <a:pPr/>
              <a:t>11</a:t>
            </a:fld>
            <a:endParaRPr lang="de-DE"/>
          </a:p>
        </p:txBody>
      </p:sp>
      <p:pic>
        <p:nvPicPr>
          <p:cNvPr id="13" name="Inhaltsplatzhalter 12" descr="Ein Bild, das Text, Diagramm, Reihe, Plan enthält.">
            <a:extLst>
              <a:ext uri="{FF2B5EF4-FFF2-40B4-BE49-F238E27FC236}">
                <a16:creationId xmlns:a16="http://schemas.microsoft.com/office/drawing/2014/main" id="{4C0EDC50-1085-04F8-BA87-FCCCA85F0DC0}"/>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320808" y="1239548"/>
            <a:ext cx="7310271" cy="5002331"/>
          </a:xfrm>
          <a:prstGeom prst="rect">
            <a:avLst/>
          </a:prstGeom>
        </p:spPr>
      </p:pic>
    </p:spTree>
    <p:extLst>
      <p:ext uri="{BB962C8B-B14F-4D97-AF65-F5344CB8AC3E}">
        <p14:creationId xmlns:p14="http://schemas.microsoft.com/office/powerpoint/2010/main" val="281692693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D9FB8E-5982-B254-ECAC-069F967BE5F9}"/>
              </a:ext>
            </a:extLst>
          </p:cNvPr>
          <p:cNvSpPr>
            <a:spLocks noGrp="1"/>
          </p:cNvSpPr>
          <p:nvPr>
            <p:ph type="title"/>
          </p:nvPr>
        </p:nvSpPr>
        <p:spPr/>
        <p:txBody>
          <a:bodyPr/>
          <a:lstStyle/>
          <a:p>
            <a:r>
              <a:rPr lang="en-US" noProof="0" dirty="0"/>
              <a:t>Basic requirements</a:t>
            </a:r>
          </a:p>
        </p:txBody>
      </p:sp>
      <p:sp>
        <p:nvSpPr>
          <p:cNvPr id="3" name="Datumsplatzhalter 2">
            <a:extLst>
              <a:ext uri="{FF2B5EF4-FFF2-40B4-BE49-F238E27FC236}">
                <a16:creationId xmlns:a16="http://schemas.microsoft.com/office/drawing/2014/main" id="{0786231F-605C-9A62-2067-EED7E6532C32}"/>
              </a:ext>
            </a:extLst>
          </p:cNvPr>
          <p:cNvSpPr>
            <a:spLocks noGrp="1"/>
          </p:cNvSpPr>
          <p:nvPr>
            <p:ph type="dt" sz="half" idx="10"/>
          </p:nvPr>
        </p:nvSpPr>
        <p:spPr>
          <a:xfrm>
            <a:off x="753185" y="6444000"/>
            <a:ext cx="2104042" cy="216000"/>
          </a:xfrm>
        </p:spPr>
        <p:txBody>
          <a:bodyPr/>
          <a:lstStyle/>
          <a:p>
            <a:r>
              <a:rPr lang="en-US" noProof="0"/>
              <a:t>Prof. Dr.-Ing. F. Leitner-Fischer / Daniel Stimac</a:t>
            </a:r>
          </a:p>
        </p:txBody>
      </p:sp>
      <p:sp>
        <p:nvSpPr>
          <p:cNvPr id="4" name="Fußzeilenplatzhalter 3">
            <a:extLst>
              <a:ext uri="{FF2B5EF4-FFF2-40B4-BE49-F238E27FC236}">
                <a16:creationId xmlns:a16="http://schemas.microsoft.com/office/drawing/2014/main" id="{CB4BA338-1358-FDB1-C3B2-0FA138714BAC}"/>
              </a:ext>
            </a:extLst>
          </p:cNvPr>
          <p:cNvSpPr>
            <a:spLocks noGrp="1"/>
          </p:cNvSpPr>
          <p:nvPr>
            <p:ph type="ftr" sz="quarter" idx="11"/>
          </p:nvPr>
        </p:nvSpPr>
        <p:spPr>
          <a:xfrm>
            <a:off x="3793331" y="6431953"/>
            <a:ext cx="6877125" cy="240093"/>
          </a:xfrm>
        </p:spPr>
        <p:txBody>
          <a:bodyPr/>
          <a:lstStyle/>
          <a:p>
            <a:r>
              <a:rPr lang="en-US" noProof="0"/>
              <a:t>Software Engineering</a:t>
            </a:r>
          </a:p>
        </p:txBody>
      </p:sp>
      <p:sp>
        <p:nvSpPr>
          <p:cNvPr id="5" name="Foliennummernplatzhalter 4">
            <a:extLst>
              <a:ext uri="{FF2B5EF4-FFF2-40B4-BE49-F238E27FC236}">
                <a16:creationId xmlns:a16="http://schemas.microsoft.com/office/drawing/2014/main" id="{36097B24-D2E5-6149-1FB1-14CA471E1522}"/>
              </a:ext>
            </a:extLst>
          </p:cNvPr>
          <p:cNvSpPr>
            <a:spLocks noGrp="1"/>
          </p:cNvSpPr>
          <p:nvPr>
            <p:ph type="sldNum" sz="quarter" idx="12"/>
          </p:nvPr>
        </p:nvSpPr>
        <p:spPr/>
        <p:txBody>
          <a:bodyPr/>
          <a:lstStyle/>
          <a:p>
            <a:fld id="{F5A77263-DD59-416C-A906-BA1A9DD16C04}" type="slidenum">
              <a:rPr lang="en-US" noProof="0" smtClean="0"/>
              <a:pPr/>
              <a:t>12</a:t>
            </a:fld>
            <a:endParaRPr lang="en-US" noProof="0"/>
          </a:p>
        </p:txBody>
      </p:sp>
      <p:sp>
        <p:nvSpPr>
          <p:cNvPr id="6" name="Inhaltsplatzhalter 5">
            <a:extLst>
              <a:ext uri="{FF2B5EF4-FFF2-40B4-BE49-F238E27FC236}">
                <a16:creationId xmlns:a16="http://schemas.microsoft.com/office/drawing/2014/main" id="{7DF040A1-8E7D-5DE6-1A36-0917685D4193}"/>
              </a:ext>
            </a:extLst>
          </p:cNvPr>
          <p:cNvSpPr>
            <a:spLocks noGrp="1"/>
          </p:cNvSpPr>
          <p:nvPr>
            <p:ph sz="quarter" idx="13"/>
          </p:nvPr>
        </p:nvSpPr>
        <p:spPr/>
        <p:txBody>
          <a:bodyPr/>
          <a:lstStyle/>
          <a:p>
            <a:r>
              <a:rPr lang="en-US" noProof="0" dirty="0"/>
              <a:t>Emergency Button control ( Pilz-Taster), Signal emergency stop via LED</a:t>
            </a:r>
          </a:p>
          <a:p>
            <a:r>
              <a:rPr lang="en-US" dirty="0"/>
              <a:t>Soft-Stop Button Control and Button LED control</a:t>
            </a:r>
          </a:p>
          <a:p>
            <a:r>
              <a:rPr lang="en-US" noProof="0" dirty="0"/>
              <a:t>Error Logging </a:t>
            </a:r>
          </a:p>
          <a:p>
            <a:endParaRPr lang="en-US" noProof="0" dirty="0"/>
          </a:p>
          <a:p>
            <a:endParaRPr lang="en-US" noProof="0" dirty="0"/>
          </a:p>
        </p:txBody>
      </p:sp>
    </p:spTree>
    <p:extLst>
      <p:ext uri="{BB962C8B-B14F-4D97-AF65-F5344CB8AC3E}">
        <p14:creationId xmlns:p14="http://schemas.microsoft.com/office/powerpoint/2010/main" val="2816709678"/>
      </p:ext>
    </p:extLst>
  </p:cSld>
  <p:clrMapOvr>
    <a:masterClrMapping/>
  </p:clrMapOvr>
  <p:transition>
    <p:fade/>
  </p:transition>
</p:sld>
</file>

<file path=ppt/theme/theme1.xml><?xml version="1.0" encoding="utf-8"?>
<a:theme xmlns:a="http://schemas.openxmlformats.org/drawingml/2006/main" name="PPT_DHBW_Schuelermarketing_01">
  <a:themeElements>
    <a:clrScheme name="DHBW">
      <a:dk1>
        <a:srgbClr val="5C6971"/>
      </a:dk1>
      <a:lt1>
        <a:sysClr val="window" lastClr="FFFFFF"/>
      </a:lt1>
      <a:dk2>
        <a:srgbClr val="9DA4AA"/>
      </a:dk2>
      <a:lt2>
        <a:srgbClr val="E6E8E9"/>
      </a:lt2>
      <a:accent1>
        <a:srgbClr val="959DA3"/>
      </a:accent1>
      <a:accent2>
        <a:srgbClr val="E2001A"/>
      </a:accent2>
      <a:accent3>
        <a:srgbClr val="DEE0E2"/>
      </a:accent3>
      <a:accent4>
        <a:srgbClr val="8D959C"/>
      </a:accent4>
      <a:accent5>
        <a:srgbClr val="ADB4B8"/>
      </a:accent5>
      <a:accent6>
        <a:srgbClr val="CED2D4"/>
      </a:accent6>
      <a:hlink>
        <a:srgbClr val="E2001A"/>
      </a:hlink>
      <a:folHlink>
        <a:srgbClr val="E2001A"/>
      </a:folHlink>
    </a:clrScheme>
    <a:fontScheme name="DHBW">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defRPr sz="1100" dirty="0" err="1" smtClean="0"/>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AlternateThumbnailUrl xmlns="http://schemas.microsoft.com/sharepoint/v3">
      <Url xsi:nil="true"/>
      <Description xsi:nil="true"/>
    </AlternateThumbnailUrl>
    <ImageCreateDate xmlns="http://schemas.microsoft.com/sharepoint/v3" xsi:nil="true"/>
    <Description xmlns="http://schemas.microsoft.com/sharepoint/v3" xsi:nil="true"/>
    <_dlc_DocId xmlns="62814ff3-7aa3-44d2-a87f-13a0002dc2ee">HKOMM-45-1</_dlc_DocId>
    <_dlc_DocIdUrl xmlns="62814ff3-7aa3-44d2-a87f-13a0002dc2ee">
      <Url>https://portal.dhbw.de/ws/hkomm/akschuelermarketing/_layouts/15/DocIdRedir.aspx?ID=HKOMM-45-1</Url>
      <Description>HKOMM-45-1</Description>
    </_dlc_DocId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Bild" ma:contentTypeID="0x010102000EC24B994F6A084AA90F0CAFDF709234" ma:contentTypeVersion="5" ma:contentTypeDescription="Ein Bild oder eine Fotografie hochladen." ma:contentTypeScope="" ma:versionID="0f014e6816a877db56efe7124b55bb16">
  <xsd:schema xmlns:xsd="http://www.w3.org/2001/XMLSchema" xmlns:xs="http://www.w3.org/2001/XMLSchema" xmlns:p="http://schemas.microsoft.com/office/2006/metadata/properties" xmlns:ns1="http://schemas.microsoft.com/sharepoint/v3" xmlns:ns2="62814ff3-7aa3-44d2-a87f-13a0002dc2ee" targetNamespace="http://schemas.microsoft.com/office/2006/metadata/properties" ma:root="true" ma:fieldsID="2f4738aa931036dd0b2ac32689134c4b" ns1:_="" ns2:_="">
    <xsd:import namespace="http://schemas.microsoft.com/sharepoint/v3"/>
    <xsd:import namespace="62814ff3-7aa3-44d2-a87f-13a0002dc2ee"/>
    <xsd:element name="properties">
      <xsd:complexType>
        <xsd:sequence>
          <xsd:element name="documentManagement">
            <xsd:complexType>
              <xsd:all>
                <xsd:element ref="ns1:ImageWidth" minOccurs="0"/>
                <xsd:element ref="ns1:ImageHeight" minOccurs="0"/>
                <xsd:element ref="ns1:ImageCreateDate" minOccurs="0"/>
                <xsd:element ref="ns1:Description" minOccurs="0"/>
                <xsd:element ref="ns1:ThumbnailExists" minOccurs="0"/>
                <xsd:element ref="ns1:PreviewExists" minOccurs="0"/>
                <xsd:element ref="ns1:AlternateThumbnailUrl" minOccurs="0"/>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ImageWidth" ma:index="11" nillable="true" ma:displayName="Bildbreite" ma:internalName="ImageWidth" ma:readOnly="true">
      <xsd:simpleType>
        <xsd:restriction base="dms:Unknown"/>
      </xsd:simpleType>
    </xsd:element>
    <xsd:element name="ImageHeight" ma:index="12" nillable="true" ma:displayName="Bildhöhe" ma:internalName="ImageHeight" ma:readOnly="true">
      <xsd:simpleType>
        <xsd:restriction base="dms:Unknown"/>
      </xsd:simpleType>
    </xsd:element>
    <xsd:element name="ImageCreateDate" ma:index="13" nillable="true" ma:displayName="Bilderstellungsdatum" ma:format="DateTime" ma:hidden="true" ma:internalName="ImageCreateDate">
      <xsd:simpleType>
        <xsd:restriction base="dms:DateTime"/>
      </xsd:simpleType>
    </xsd:element>
    <xsd:element name="Description" ma:index="14" nillable="true" ma:displayName="Beschreibung" ma:description="Wird als Alternativtext für das Bild verwendet." ma:hidden="true" ma:internalName="Description">
      <xsd:simpleType>
        <xsd:restriction base="dms:Note">
          <xsd:maxLength value="255"/>
        </xsd:restriction>
      </xsd:simpleType>
    </xsd:element>
    <xsd:element name="ThumbnailExists" ma:index="23" nillable="true" ma:displayName="Miniaturansicht vorhanden" ma:default="FALSE" ma:hidden="true" ma:internalName="ThumbnailExists" ma:readOnly="true">
      <xsd:simpleType>
        <xsd:restriction base="dms:Boolean"/>
      </xsd:simpleType>
    </xsd:element>
    <xsd:element name="PreviewExists" ma:index="24" nillable="true" ma:displayName="Vorschau vorhanden" ma:default="FALSE" ma:hidden="true" ma:internalName="PreviewExists" ma:readOnly="true">
      <xsd:simpleType>
        <xsd:restriction base="dms:Boolean"/>
      </xsd:simpleType>
    </xsd:element>
    <xsd:element name="AlternateThumbnailUrl" ma:index="25" nillable="true" ma:displayName="Vorschaubild-URL" ma:format="Image" ma:hidden="true" ma:internalName="AlternateThumbnailUrl">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2814ff3-7aa3-44d2-a87f-13a0002dc2ee" elementFormDefault="qualified">
    <xsd:import namespace="http://schemas.microsoft.com/office/2006/documentManagement/types"/>
    <xsd:import namespace="http://schemas.microsoft.com/office/infopath/2007/PartnerControls"/>
    <xsd:element name="_dlc_DocId" ma:index="26" nillable="true" ma:displayName="Wert der Dokument-ID" ma:description="Der Wert der diesem Element zugewiesenen Dokument-ID." ma:internalName="_dlc_DocId" ma:readOnly="true">
      <xsd:simpleType>
        <xsd:restriction base="dms:Text"/>
      </xsd:simpleType>
    </xsd:element>
    <xsd:element name="_dlc_DocIdUrl" ma:index="27" nillable="true" ma:displayName="Dokument-ID" ma:description="Permanenter Hyperlink zu diesem Dok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8" nillable="true" ma:displayName="Beständige ID" ma:description="ID beim Hinzufügen beibehalten."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8" ma:displayName="Titel"/>
        <xsd:element ref="dc:subject" minOccurs="0" maxOccurs="1"/>
        <xsd:element ref="dc:description" minOccurs="0" maxOccurs="1"/>
        <xsd:element name="keywords" minOccurs="0" maxOccurs="1" type="xsd:string" ma:index="20" ma:displayName="Schlüsselwörter"/>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C24F1BA-A6BD-4FE3-AFA1-5799AACD0A86}">
  <ds:schemaRefs>
    <ds:schemaRef ds:uri="http://schemas.microsoft.com/sharepoint/events"/>
    <ds:schemaRef ds:uri="http://www.w3.org/2000/xmlns/"/>
  </ds:schemaRefs>
</ds:datastoreItem>
</file>

<file path=customXml/itemProps2.xml><?xml version="1.0" encoding="utf-8"?>
<ds:datastoreItem xmlns:ds="http://schemas.openxmlformats.org/officeDocument/2006/customXml" ds:itemID="{77602D0F-A02C-4C94-BBCD-01688979FAEE}">
  <ds:schemaRefs>
    <ds:schemaRef ds:uri="62814ff3-7aa3-44d2-a87f-13a0002dc2e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5C62ED1-35EC-4161-B4A1-0965058DCDCB}">
  <ds:schemaRefs>
    <ds:schemaRef ds:uri="http://schemas.microsoft.com/sharepoint/v3/contenttype/forms"/>
  </ds:schemaRefs>
</ds:datastoreItem>
</file>

<file path=customXml/itemProps4.xml><?xml version="1.0" encoding="utf-8"?>
<ds:datastoreItem xmlns:ds="http://schemas.openxmlformats.org/officeDocument/2006/customXml" ds:itemID="{30694A4C-E55F-4EF0-ABAE-E82E98E3B782}">
  <ds:schemaRefs>
    <ds:schemaRef ds:uri="62814ff3-7aa3-44d2-a87f-13a0002dc2e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0/xmln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PPT_DHBW_Schuelermarketing_01</Template>
  <TotalTime>0</TotalTime>
  <Words>965</Words>
  <Application>Microsoft Office PowerPoint</Application>
  <PresentationFormat>Benutzerdefiniert</PresentationFormat>
  <Paragraphs>123</Paragraphs>
  <Slides>12</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12</vt:i4>
      </vt:variant>
    </vt:vector>
  </HeadingPairs>
  <TitlesOfParts>
    <vt:vector size="16" baseType="lpstr">
      <vt:lpstr>Arial</vt:lpstr>
      <vt:lpstr>Calibri</vt:lpstr>
      <vt:lpstr>Symbol</vt:lpstr>
      <vt:lpstr>PPT_DHBW_Schuelermarketing_01</vt:lpstr>
      <vt:lpstr>PowerPoint-Präsentation</vt:lpstr>
      <vt:lpstr>Program Design</vt:lpstr>
      <vt:lpstr>Schedule</vt:lpstr>
      <vt:lpstr>1. Program Design</vt:lpstr>
      <vt:lpstr>Architecture Documentation [75 Points]</vt:lpstr>
      <vt:lpstr>Detailed Design</vt:lpstr>
      <vt:lpstr>Our System</vt:lpstr>
      <vt:lpstr>PowerPoint-Präsentation</vt:lpstr>
      <vt:lpstr>Component Overview</vt:lpstr>
      <vt:lpstr>Operation Zones</vt:lpstr>
      <vt:lpstr>State-Diagram for Emergency Stop Component</vt:lpstr>
      <vt:lpstr>Basic requirements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Programmieren - Kapitel 01</dc:title>
  <dc:creator>Daniel Stimac</dc:creator>
  <cp:lastModifiedBy>Daniel Stimac</cp:lastModifiedBy>
  <cp:revision>1</cp:revision>
  <cp:lastPrinted>2016-05-17T13:22:39Z</cp:lastPrinted>
  <dcterms:created xsi:type="dcterms:W3CDTF">2015-11-17T10:08:09Z</dcterms:created>
  <dcterms:modified xsi:type="dcterms:W3CDTF">2026-02-15T13:10:42Z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0x010102000EC24B994F6A084AA90F0CAFDF709234</vt:lpwstr>
  </property>
  <property fmtid="{D5CDD505-2E9C-101B-9397-08002B2CF9AE}" pid="3" name="_dlc_DocIdItemGuid">
    <vt:lpwstr>5c19e315-85b5-4dde-8710-20abf49977e1</vt:lpwstr>
  </property>
</Properties>
</file>